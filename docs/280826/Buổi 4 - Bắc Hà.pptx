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rial Bold" charset="1" panose="020B0704020202020204"/>
      <p:regular r:id="rId29"/>
    </p:embeddedFont>
    <p:embeddedFont>
      <p:font typeface="Arial" charset="1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7488">
            <a:off x="2438609" y="561990"/>
            <a:ext cx="14412343" cy="9040470"/>
          </a:xfrm>
          <a:custGeom>
            <a:avLst/>
            <a:gdLst/>
            <a:ahLst/>
            <a:cxnLst/>
            <a:rect r="r" b="b" t="t" l="l"/>
            <a:pathLst>
              <a:path h="9040470" w="14412343">
                <a:moveTo>
                  <a:pt x="0" y="0"/>
                </a:moveTo>
                <a:lnTo>
                  <a:pt x="14412343" y="0"/>
                </a:lnTo>
                <a:lnTo>
                  <a:pt x="14412343" y="9040470"/>
                </a:lnTo>
                <a:lnTo>
                  <a:pt x="0" y="904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953" y="3313902"/>
            <a:ext cx="3180174" cy="3659196"/>
          </a:xfrm>
          <a:custGeom>
            <a:avLst/>
            <a:gdLst/>
            <a:ahLst/>
            <a:cxnLst/>
            <a:rect r="r" b="b" t="t" l="l"/>
            <a:pathLst>
              <a:path h="3659196" w="3180174">
                <a:moveTo>
                  <a:pt x="0" y="0"/>
                </a:moveTo>
                <a:lnTo>
                  <a:pt x="3180175" y="0"/>
                </a:lnTo>
                <a:lnTo>
                  <a:pt x="3180175" y="3659196"/>
                </a:lnTo>
                <a:lnTo>
                  <a:pt x="0" y="3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5694" y="498152"/>
            <a:ext cx="2497306" cy="3247088"/>
          </a:xfrm>
          <a:custGeom>
            <a:avLst/>
            <a:gdLst/>
            <a:ahLst/>
            <a:cxnLst/>
            <a:rect r="r" b="b" t="t" l="l"/>
            <a:pathLst>
              <a:path h="3247088" w="2497306">
                <a:moveTo>
                  <a:pt x="0" y="0"/>
                </a:moveTo>
                <a:lnTo>
                  <a:pt x="2497306" y="0"/>
                </a:lnTo>
                <a:lnTo>
                  <a:pt x="2497306" y="3247088"/>
                </a:lnTo>
                <a:lnTo>
                  <a:pt x="0" y="3247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0170">
            <a:off x="-115271" y="1067186"/>
            <a:ext cx="2287943" cy="3091815"/>
          </a:xfrm>
          <a:custGeom>
            <a:avLst/>
            <a:gdLst/>
            <a:ahLst/>
            <a:cxnLst/>
            <a:rect r="r" b="b" t="t" l="l"/>
            <a:pathLst>
              <a:path h="3091815" w="2287943">
                <a:moveTo>
                  <a:pt x="0" y="0"/>
                </a:moveTo>
                <a:lnTo>
                  <a:pt x="2287942" y="0"/>
                </a:lnTo>
                <a:lnTo>
                  <a:pt x="2287942" y="3091815"/>
                </a:lnTo>
                <a:lnTo>
                  <a:pt x="0" y="3091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13139">
            <a:off x="1706699" y="8142956"/>
            <a:ext cx="2495834" cy="652730"/>
            <a:chOff x="0" y="0"/>
            <a:chExt cx="369062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213139">
            <a:off x="1046524" y="8678514"/>
            <a:ext cx="2495834" cy="652730"/>
            <a:chOff x="0" y="0"/>
            <a:chExt cx="3690620" cy="96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30955" y="3404235"/>
            <a:ext cx="7725728" cy="1876425"/>
            <a:chOff x="0" y="0"/>
            <a:chExt cx="10300970" cy="2501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610" y="50682"/>
              <a:ext cx="10198377" cy="2401917"/>
            </a:xfrm>
            <a:custGeom>
              <a:avLst/>
              <a:gdLst/>
              <a:ahLst/>
              <a:cxnLst/>
              <a:rect r="r" b="b" t="t" l="l"/>
              <a:pathLst>
                <a:path h="2401917" w="10198377">
                  <a:moveTo>
                    <a:pt x="562800" y="1098668"/>
                  </a:moveTo>
                  <a:cubicBezTo>
                    <a:pt x="2036000" y="905628"/>
                    <a:pt x="2281110" y="925948"/>
                    <a:pt x="2540190" y="903088"/>
                  </a:cubicBezTo>
                  <a:cubicBezTo>
                    <a:pt x="2791650" y="880228"/>
                    <a:pt x="2973260" y="835778"/>
                    <a:pt x="3279330" y="798948"/>
                  </a:cubicBezTo>
                  <a:cubicBezTo>
                    <a:pt x="3772090" y="737988"/>
                    <a:pt x="4744910" y="651628"/>
                    <a:pt x="5217350" y="595748"/>
                  </a:cubicBezTo>
                  <a:cubicBezTo>
                    <a:pt x="5490400" y="562728"/>
                    <a:pt x="5607240" y="547488"/>
                    <a:pt x="5862510" y="510658"/>
                  </a:cubicBezTo>
                  <a:cubicBezTo>
                    <a:pt x="6242240" y="454778"/>
                    <a:pt x="6882320" y="340478"/>
                    <a:pt x="7269670" y="282058"/>
                  </a:cubicBezTo>
                  <a:cubicBezTo>
                    <a:pt x="7542720" y="241418"/>
                    <a:pt x="7735760" y="214748"/>
                    <a:pt x="7965630" y="185538"/>
                  </a:cubicBezTo>
                  <a:cubicBezTo>
                    <a:pt x="8191690" y="157598"/>
                    <a:pt x="8406320" y="142358"/>
                    <a:pt x="8638730" y="113148"/>
                  </a:cubicBezTo>
                  <a:cubicBezTo>
                    <a:pt x="8890190" y="81398"/>
                    <a:pt x="9235630" y="2658"/>
                    <a:pt x="9422320" y="118"/>
                  </a:cubicBezTo>
                  <a:cubicBezTo>
                    <a:pt x="9525190" y="-1152"/>
                    <a:pt x="9584880" y="7738"/>
                    <a:pt x="9661080" y="30598"/>
                  </a:cubicBezTo>
                  <a:cubicBezTo>
                    <a:pt x="9737280" y="52188"/>
                    <a:pt x="9814750" y="89018"/>
                    <a:pt x="9879520" y="134738"/>
                  </a:cubicBezTo>
                  <a:cubicBezTo>
                    <a:pt x="9944290" y="180458"/>
                    <a:pt x="10005250" y="238878"/>
                    <a:pt x="10052240" y="303648"/>
                  </a:cubicBezTo>
                  <a:cubicBezTo>
                    <a:pt x="10099230" y="367148"/>
                    <a:pt x="10138600" y="442078"/>
                    <a:pt x="10162730" y="518278"/>
                  </a:cubicBezTo>
                  <a:cubicBezTo>
                    <a:pt x="10186860" y="594478"/>
                    <a:pt x="10199560" y="678298"/>
                    <a:pt x="10198290" y="757038"/>
                  </a:cubicBezTo>
                  <a:cubicBezTo>
                    <a:pt x="10197020" y="837048"/>
                    <a:pt x="10181780" y="919598"/>
                    <a:pt x="10156380" y="995798"/>
                  </a:cubicBezTo>
                  <a:cubicBezTo>
                    <a:pt x="10129710" y="1070728"/>
                    <a:pt x="10089070" y="1144388"/>
                    <a:pt x="10039540" y="1206618"/>
                  </a:cubicBezTo>
                  <a:cubicBezTo>
                    <a:pt x="9991280" y="1270118"/>
                    <a:pt x="9927780" y="1327268"/>
                    <a:pt x="9861740" y="1370448"/>
                  </a:cubicBezTo>
                  <a:cubicBezTo>
                    <a:pt x="9795700" y="1414898"/>
                    <a:pt x="9718230" y="1449188"/>
                    <a:pt x="9640760" y="1469508"/>
                  </a:cubicBezTo>
                  <a:cubicBezTo>
                    <a:pt x="9564560" y="1489828"/>
                    <a:pt x="9479470" y="1497448"/>
                    <a:pt x="9400730" y="1492368"/>
                  </a:cubicBezTo>
                  <a:cubicBezTo>
                    <a:pt x="9320720" y="1486018"/>
                    <a:pt x="9238170" y="1466968"/>
                    <a:pt x="9165780" y="1436488"/>
                  </a:cubicBezTo>
                  <a:cubicBezTo>
                    <a:pt x="9092120" y="1406008"/>
                    <a:pt x="9019730" y="1361558"/>
                    <a:pt x="8960040" y="1309488"/>
                  </a:cubicBezTo>
                  <a:cubicBezTo>
                    <a:pt x="8900350" y="1256148"/>
                    <a:pt x="8845740" y="1191378"/>
                    <a:pt x="8806370" y="1122798"/>
                  </a:cubicBezTo>
                  <a:cubicBezTo>
                    <a:pt x="8765730" y="1054218"/>
                    <a:pt x="8736520" y="974208"/>
                    <a:pt x="8720010" y="896738"/>
                  </a:cubicBezTo>
                  <a:cubicBezTo>
                    <a:pt x="8703500" y="819268"/>
                    <a:pt x="8700960" y="734178"/>
                    <a:pt x="8709850" y="655438"/>
                  </a:cubicBezTo>
                  <a:cubicBezTo>
                    <a:pt x="8720010" y="576698"/>
                    <a:pt x="8744140" y="495418"/>
                    <a:pt x="8778430" y="423028"/>
                  </a:cubicBezTo>
                  <a:cubicBezTo>
                    <a:pt x="8812720" y="351908"/>
                    <a:pt x="8860980" y="282058"/>
                    <a:pt x="8916860" y="224908"/>
                  </a:cubicBezTo>
                  <a:cubicBezTo>
                    <a:pt x="8972740" y="169028"/>
                    <a:pt x="9040050" y="118228"/>
                    <a:pt x="9111170" y="81398"/>
                  </a:cubicBezTo>
                  <a:cubicBezTo>
                    <a:pt x="9182290" y="45838"/>
                    <a:pt x="9262300" y="19168"/>
                    <a:pt x="9341040" y="7738"/>
                  </a:cubicBezTo>
                  <a:cubicBezTo>
                    <a:pt x="9419780" y="-3692"/>
                    <a:pt x="9504870" y="-2422"/>
                    <a:pt x="9583610" y="11548"/>
                  </a:cubicBezTo>
                  <a:cubicBezTo>
                    <a:pt x="9661080" y="25518"/>
                    <a:pt x="9741090" y="53458"/>
                    <a:pt x="9810940" y="91558"/>
                  </a:cubicBezTo>
                  <a:cubicBezTo>
                    <a:pt x="9880790" y="129658"/>
                    <a:pt x="9946830" y="182998"/>
                    <a:pt x="10001440" y="241418"/>
                  </a:cubicBezTo>
                  <a:cubicBezTo>
                    <a:pt x="10054780" y="299838"/>
                    <a:pt x="10101770" y="369688"/>
                    <a:pt x="10133520" y="443348"/>
                  </a:cubicBezTo>
                  <a:cubicBezTo>
                    <a:pt x="10166540" y="515738"/>
                    <a:pt x="10188130" y="597018"/>
                    <a:pt x="10195750" y="677028"/>
                  </a:cubicBezTo>
                  <a:cubicBezTo>
                    <a:pt x="10202100" y="755768"/>
                    <a:pt x="10197020" y="840858"/>
                    <a:pt x="10179240" y="918328"/>
                  </a:cubicBezTo>
                  <a:cubicBezTo>
                    <a:pt x="10160190" y="994528"/>
                    <a:pt x="10128440" y="1073268"/>
                    <a:pt x="10086530" y="1140578"/>
                  </a:cubicBezTo>
                  <a:cubicBezTo>
                    <a:pt x="10044620" y="1207888"/>
                    <a:pt x="9988740" y="1272658"/>
                    <a:pt x="9926510" y="1322188"/>
                  </a:cubicBezTo>
                  <a:cubicBezTo>
                    <a:pt x="9865550" y="1372988"/>
                    <a:pt x="9791890" y="1416168"/>
                    <a:pt x="9718230" y="1444108"/>
                  </a:cubicBezTo>
                  <a:cubicBezTo>
                    <a:pt x="9643300" y="1473318"/>
                    <a:pt x="9598850" y="1474588"/>
                    <a:pt x="9482010" y="1492368"/>
                  </a:cubicBezTo>
                  <a:cubicBezTo>
                    <a:pt x="9151810" y="1545708"/>
                    <a:pt x="8172640" y="1638418"/>
                    <a:pt x="7583360" y="1715888"/>
                  </a:cubicBezTo>
                  <a:cubicBezTo>
                    <a:pt x="7067740" y="1784468"/>
                    <a:pt x="6531800" y="1875908"/>
                    <a:pt x="6134290" y="1927978"/>
                  </a:cubicBezTo>
                  <a:cubicBezTo>
                    <a:pt x="5858700" y="1963538"/>
                    <a:pt x="5674550" y="1983858"/>
                    <a:pt x="5433250" y="2009258"/>
                  </a:cubicBezTo>
                  <a:cubicBezTo>
                    <a:pt x="5176710" y="2035928"/>
                    <a:pt x="4899850" y="2063868"/>
                    <a:pt x="4635690" y="2084188"/>
                  </a:cubicBezTo>
                  <a:cubicBezTo>
                    <a:pt x="4377880" y="2104508"/>
                    <a:pt x="4114990" y="2112128"/>
                    <a:pt x="3866070" y="2133718"/>
                  </a:cubicBezTo>
                  <a:cubicBezTo>
                    <a:pt x="3632390" y="2155308"/>
                    <a:pt x="3408870" y="2190868"/>
                    <a:pt x="3185350" y="2212458"/>
                  </a:cubicBezTo>
                  <a:cubicBezTo>
                    <a:pt x="2969450" y="2232778"/>
                    <a:pt x="2764980" y="2251828"/>
                    <a:pt x="2550350" y="2260718"/>
                  </a:cubicBezTo>
                  <a:cubicBezTo>
                    <a:pt x="2329370" y="2269608"/>
                    <a:pt x="2131250" y="2249288"/>
                    <a:pt x="1878520" y="2264528"/>
                  </a:cubicBezTo>
                  <a:cubicBezTo>
                    <a:pt x="1549590" y="2284848"/>
                    <a:pt x="952690" y="2382638"/>
                    <a:pt x="748220" y="2396608"/>
                  </a:cubicBezTo>
                  <a:cubicBezTo>
                    <a:pt x="670750" y="2401688"/>
                    <a:pt x="641540" y="2404228"/>
                    <a:pt x="589470" y="2399148"/>
                  </a:cubicBezTo>
                  <a:cubicBezTo>
                    <a:pt x="537400" y="2394068"/>
                    <a:pt x="485330" y="2382638"/>
                    <a:pt x="435800" y="2364858"/>
                  </a:cubicBezTo>
                  <a:cubicBezTo>
                    <a:pt x="386270" y="2347078"/>
                    <a:pt x="338010" y="2322948"/>
                    <a:pt x="293560" y="2295008"/>
                  </a:cubicBezTo>
                  <a:cubicBezTo>
                    <a:pt x="250380" y="2265798"/>
                    <a:pt x="208470" y="2230238"/>
                    <a:pt x="174180" y="2192138"/>
                  </a:cubicBezTo>
                  <a:cubicBezTo>
                    <a:pt x="138620" y="2154038"/>
                    <a:pt x="106870" y="2109588"/>
                    <a:pt x="81470" y="2063868"/>
                  </a:cubicBezTo>
                  <a:cubicBezTo>
                    <a:pt x="56070" y="2018148"/>
                    <a:pt x="35750" y="1968618"/>
                    <a:pt x="21780" y="1917818"/>
                  </a:cubicBezTo>
                  <a:cubicBezTo>
                    <a:pt x="7810" y="1867018"/>
                    <a:pt x="190" y="1813678"/>
                    <a:pt x="190" y="1761608"/>
                  </a:cubicBezTo>
                  <a:cubicBezTo>
                    <a:pt x="-1080" y="1708268"/>
                    <a:pt x="4000" y="1654928"/>
                    <a:pt x="15430" y="1604128"/>
                  </a:cubicBezTo>
                  <a:cubicBezTo>
                    <a:pt x="26860" y="1553328"/>
                    <a:pt x="44640" y="1501258"/>
                    <a:pt x="68770" y="1454268"/>
                  </a:cubicBezTo>
                  <a:cubicBezTo>
                    <a:pt x="91630" y="1408548"/>
                    <a:pt x="120840" y="1362828"/>
                    <a:pt x="155130" y="1323458"/>
                  </a:cubicBezTo>
                  <a:cubicBezTo>
                    <a:pt x="189420" y="1282818"/>
                    <a:pt x="228790" y="1245988"/>
                    <a:pt x="271970" y="1215508"/>
                  </a:cubicBezTo>
                  <a:cubicBezTo>
                    <a:pt x="313880" y="1185028"/>
                    <a:pt x="360870" y="1158358"/>
                    <a:pt x="409130" y="1139308"/>
                  </a:cubicBezTo>
                  <a:cubicBezTo>
                    <a:pt x="458660" y="1120258"/>
                    <a:pt x="562800" y="1098668"/>
                    <a:pt x="562800" y="1098668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22370" y="5157788"/>
            <a:ext cx="10503218" cy="2422208"/>
            <a:chOff x="0" y="0"/>
            <a:chExt cx="14004290" cy="3229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329" y="49399"/>
              <a:ext cx="13907176" cy="3128310"/>
            </a:xfrm>
            <a:custGeom>
              <a:avLst/>
              <a:gdLst/>
              <a:ahLst/>
              <a:cxnLst/>
              <a:rect r="r" b="b" t="t" l="l"/>
              <a:pathLst>
                <a:path h="3128310" w="13907176">
                  <a:moveTo>
                    <a:pt x="614881" y="1821311"/>
                  </a:moveTo>
                  <a:cubicBezTo>
                    <a:pt x="2005531" y="1724791"/>
                    <a:pt x="2173171" y="1704471"/>
                    <a:pt x="2486861" y="1666371"/>
                  </a:cubicBezTo>
                  <a:cubicBezTo>
                    <a:pt x="2999941" y="1604141"/>
                    <a:pt x="4000701" y="1463171"/>
                    <a:pt x="4513781" y="1390781"/>
                  </a:cubicBezTo>
                  <a:cubicBezTo>
                    <a:pt x="4828741" y="1346331"/>
                    <a:pt x="5033211" y="1323471"/>
                    <a:pt x="5274511" y="1277751"/>
                  </a:cubicBezTo>
                  <a:cubicBezTo>
                    <a:pt x="5498031" y="1237111"/>
                    <a:pt x="5640271" y="1188851"/>
                    <a:pt x="5914591" y="1135511"/>
                  </a:cubicBezTo>
                  <a:cubicBezTo>
                    <a:pt x="6404811" y="1041531"/>
                    <a:pt x="7452561" y="892941"/>
                    <a:pt x="7966911" y="805311"/>
                  </a:cubicBezTo>
                  <a:cubicBezTo>
                    <a:pt x="8279331" y="751971"/>
                    <a:pt x="8467291" y="710061"/>
                    <a:pt x="8716211" y="669421"/>
                  </a:cubicBezTo>
                  <a:cubicBezTo>
                    <a:pt x="8962591" y="628781"/>
                    <a:pt x="9203891" y="590681"/>
                    <a:pt x="9451541" y="558931"/>
                  </a:cubicBezTo>
                  <a:cubicBezTo>
                    <a:pt x="9704271" y="527181"/>
                    <a:pt x="9955731" y="510671"/>
                    <a:pt x="10216081" y="476381"/>
                  </a:cubicBezTo>
                  <a:cubicBezTo>
                    <a:pt x="10486591" y="440821"/>
                    <a:pt x="10781231" y="386211"/>
                    <a:pt x="11044121" y="349381"/>
                  </a:cubicBezTo>
                  <a:cubicBezTo>
                    <a:pt x="11282881" y="316361"/>
                    <a:pt x="11501321" y="301121"/>
                    <a:pt x="11727381" y="265561"/>
                  </a:cubicBezTo>
                  <a:cubicBezTo>
                    <a:pt x="11954711" y="228731"/>
                    <a:pt x="12208711" y="161421"/>
                    <a:pt x="12408101" y="129671"/>
                  </a:cubicBezTo>
                  <a:cubicBezTo>
                    <a:pt x="12560501" y="106811"/>
                    <a:pt x="12701471" y="109351"/>
                    <a:pt x="12817041" y="83951"/>
                  </a:cubicBezTo>
                  <a:cubicBezTo>
                    <a:pt x="12905941" y="64901"/>
                    <a:pt x="12968171" y="21721"/>
                    <a:pt x="13045641" y="9021"/>
                  </a:cubicBezTo>
                  <a:cubicBezTo>
                    <a:pt x="13124382" y="-3679"/>
                    <a:pt x="13209471" y="-2409"/>
                    <a:pt x="13286941" y="10291"/>
                  </a:cubicBezTo>
                  <a:cubicBezTo>
                    <a:pt x="13365682" y="22991"/>
                    <a:pt x="13445691" y="50931"/>
                    <a:pt x="13515541" y="89031"/>
                  </a:cubicBezTo>
                  <a:cubicBezTo>
                    <a:pt x="13584121" y="125861"/>
                    <a:pt x="13651432" y="177931"/>
                    <a:pt x="13706041" y="235081"/>
                  </a:cubicBezTo>
                  <a:cubicBezTo>
                    <a:pt x="13760651" y="293501"/>
                    <a:pt x="13807641" y="363351"/>
                    <a:pt x="13839391" y="435741"/>
                  </a:cubicBezTo>
                  <a:cubicBezTo>
                    <a:pt x="13872410" y="508131"/>
                    <a:pt x="13895271" y="589411"/>
                    <a:pt x="13902891" y="668151"/>
                  </a:cubicBezTo>
                  <a:cubicBezTo>
                    <a:pt x="13911782" y="746891"/>
                    <a:pt x="13906701" y="831981"/>
                    <a:pt x="13888921" y="909451"/>
                  </a:cubicBezTo>
                  <a:cubicBezTo>
                    <a:pt x="13871141" y="985651"/>
                    <a:pt x="13839391" y="1064391"/>
                    <a:pt x="13798751" y="1131701"/>
                  </a:cubicBezTo>
                  <a:cubicBezTo>
                    <a:pt x="13756841" y="1200281"/>
                    <a:pt x="13702232" y="1263781"/>
                    <a:pt x="13641271" y="1314581"/>
                  </a:cubicBezTo>
                  <a:cubicBezTo>
                    <a:pt x="13580310" y="1366651"/>
                    <a:pt x="13507921" y="1408561"/>
                    <a:pt x="13434260" y="1437771"/>
                  </a:cubicBezTo>
                  <a:cubicBezTo>
                    <a:pt x="13360601" y="1466981"/>
                    <a:pt x="13276782" y="1484761"/>
                    <a:pt x="13198041" y="1488571"/>
                  </a:cubicBezTo>
                  <a:cubicBezTo>
                    <a:pt x="13119301" y="1492381"/>
                    <a:pt x="13035482" y="1482221"/>
                    <a:pt x="12959282" y="1460631"/>
                  </a:cubicBezTo>
                  <a:cubicBezTo>
                    <a:pt x="12883081" y="1439041"/>
                    <a:pt x="12805611" y="1403481"/>
                    <a:pt x="12740841" y="1359031"/>
                  </a:cubicBezTo>
                  <a:cubicBezTo>
                    <a:pt x="12674801" y="1313311"/>
                    <a:pt x="12613841" y="1254891"/>
                    <a:pt x="12566851" y="1191391"/>
                  </a:cubicBezTo>
                  <a:cubicBezTo>
                    <a:pt x="12518591" y="1127891"/>
                    <a:pt x="12480491" y="1052961"/>
                    <a:pt x="12455091" y="978031"/>
                  </a:cubicBezTo>
                  <a:cubicBezTo>
                    <a:pt x="12429691" y="903101"/>
                    <a:pt x="12416991" y="819281"/>
                    <a:pt x="12416991" y="740541"/>
                  </a:cubicBezTo>
                  <a:cubicBezTo>
                    <a:pt x="12418261" y="660531"/>
                    <a:pt x="12432231" y="577981"/>
                    <a:pt x="12457631" y="503051"/>
                  </a:cubicBezTo>
                  <a:cubicBezTo>
                    <a:pt x="12483031" y="428121"/>
                    <a:pt x="12523671" y="353191"/>
                    <a:pt x="12571931" y="289691"/>
                  </a:cubicBezTo>
                  <a:cubicBezTo>
                    <a:pt x="12620191" y="227461"/>
                    <a:pt x="12682421" y="170311"/>
                    <a:pt x="12748461" y="125861"/>
                  </a:cubicBezTo>
                  <a:cubicBezTo>
                    <a:pt x="12813231" y="81411"/>
                    <a:pt x="12890701" y="47121"/>
                    <a:pt x="12966901" y="25531"/>
                  </a:cubicBezTo>
                  <a:cubicBezTo>
                    <a:pt x="13044371" y="5211"/>
                    <a:pt x="13128191" y="-3679"/>
                    <a:pt x="13206932" y="1401"/>
                  </a:cubicBezTo>
                  <a:cubicBezTo>
                    <a:pt x="13285671" y="6481"/>
                    <a:pt x="13368221" y="24261"/>
                    <a:pt x="13441882" y="54741"/>
                  </a:cubicBezTo>
                  <a:cubicBezTo>
                    <a:pt x="13515541" y="83951"/>
                    <a:pt x="13587932" y="128401"/>
                    <a:pt x="13647621" y="179201"/>
                  </a:cubicBezTo>
                  <a:cubicBezTo>
                    <a:pt x="13707310" y="231271"/>
                    <a:pt x="13761921" y="296041"/>
                    <a:pt x="13802560" y="364621"/>
                  </a:cubicBezTo>
                  <a:cubicBezTo>
                    <a:pt x="13843201" y="433201"/>
                    <a:pt x="13873682" y="511941"/>
                    <a:pt x="13890191" y="589411"/>
                  </a:cubicBezTo>
                  <a:cubicBezTo>
                    <a:pt x="13906701" y="666881"/>
                    <a:pt x="13911782" y="750701"/>
                    <a:pt x="13901621" y="829441"/>
                  </a:cubicBezTo>
                  <a:cubicBezTo>
                    <a:pt x="13892732" y="908181"/>
                    <a:pt x="13869871" y="989461"/>
                    <a:pt x="13836851" y="1061851"/>
                  </a:cubicBezTo>
                  <a:cubicBezTo>
                    <a:pt x="13802560" y="1132971"/>
                    <a:pt x="13754301" y="1202821"/>
                    <a:pt x="13699691" y="1259971"/>
                  </a:cubicBezTo>
                  <a:cubicBezTo>
                    <a:pt x="13645082" y="1317121"/>
                    <a:pt x="13599360" y="1362841"/>
                    <a:pt x="13506651" y="1404751"/>
                  </a:cubicBezTo>
                  <a:cubicBezTo>
                    <a:pt x="13335201" y="1483491"/>
                    <a:pt x="12955471" y="1529211"/>
                    <a:pt x="12701471" y="1580011"/>
                  </a:cubicBezTo>
                  <a:cubicBezTo>
                    <a:pt x="12476681" y="1625731"/>
                    <a:pt x="12321741" y="1656211"/>
                    <a:pt x="12063931" y="1696851"/>
                  </a:cubicBezTo>
                  <a:cubicBezTo>
                    <a:pt x="11666421" y="1760351"/>
                    <a:pt x="10946331" y="1855601"/>
                    <a:pt x="10545011" y="1903861"/>
                  </a:cubicBezTo>
                  <a:cubicBezTo>
                    <a:pt x="10283391" y="1934341"/>
                    <a:pt x="10191951" y="1930531"/>
                    <a:pt x="9893501" y="1968631"/>
                  </a:cubicBezTo>
                  <a:cubicBezTo>
                    <a:pt x="9234371" y="2053721"/>
                    <a:pt x="7607501" y="2319151"/>
                    <a:pt x="6729931" y="2461391"/>
                  </a:cubicBezTo>
                  <a:cubicBezTo>
                    <a:pt x="6105091" y="2562991"/>
                    <a:pt x="5541211" y="2669671"/>
                    <a:pt x="5123381" y="2733171"/>
                  </a:cubicBezTo>
                  <a:cubicBezTo>
                    <a:pt x="4856681" y="2772541"/>
                    <a:pt x="4746191" y="2785241"/>
                    <a:pt x="4466791" y="2819531"/>
                  </a:cubicBezTo>
                  <a:cubicBezTo>
                    <a:pt x="3977841" y="2877951"/>
                    <a:pt x="2932631" y="2996061"/>
                    <a:pt x="2441141" y="3040511"/>
                  </a:cubicBezTo>
                  <a:cubicBezTo>
                    <a:pt x="2160471" y="3064641"/>
                    <a:pt x="2027121" y="3072261"/>
                    <a:pt x="1779471" y="3086231"/>
                  </a:cubicBezTo>
                  <a:cubicBezTo>
                    <a:pt x="1463241" y="3104011"/>
                    <a:pt x="894281" y="3130681"/>
                    <a:pt x="694891" y="3128141"/>
                  </a:cubicBezTo>
                  <a:cubicBezTo>
                    <a:pt x="618691" y="3128141"/>
                    <a:pt x="588211" y="3128141"/>
                    <a:pt x="537411" y="3119251"/>
                  </a:cubicBezTo>
                  <a:cubicBezTo>
                    <a:pt x="485341" y="3110361"/>
                    <a:pt x="434541" y="3093851"/>
                    <a:pt x="386281" y="3072261"/>
                  </a:cubicBezTo>
                  <a:cubicBezTo>
                    <a:pt x="338021" y="3050671"/>
                    <a:pt x="292301" y="3022731"/>
                    <a:pt x="251661" y="2990981"/>
                  </a:cubicBezTo>
                  <a:cubicBezTo>
                    <a:pt x="209751" y="2957961"/>
                    <a:pt x="171651" y="2919861"/>
                    <a:pt x="139901" y="2879221"/>
                  </a:cubicBezTo>
                  <a:cubicBezTo>
                    <a:pt x="106881" y="2837311"/>
                    <a:pt x="78941" y="2791591"/>
                    <a:pt x="57351" y="2743331"/>
                  </a:cubicBezTo>
                  <a:cubicBezTo>
                    <a:pt x="35761" y="2696341"/>
                    <a:pt x="20521" y="2644271"/>
                    <a:pt x="10361" y="2593471"/>
                  </a:cubicBezTo>
                  <a:cubicBezTo>
                    <a:pt x="1471" y="2541401"/>
                    <a:pt x="-2339" y="2486791"/>
                    <a:pt x="1471" y="2434721"/>
                  </a:cubicBezTo>
                  <a:cubicBezTo>
                    <a:pt x="4011" y="2382651"/>
                    <a:pt x="14171" y="2329311"/>
                    <a:pt x="29411" y="2279781"/>
                  </a:cubicBezTo>
                  <a:cubicBezTo>
                    <a:pt x="44651" y="2230251"/>
                    <a:pt x="67511" y="2180721"/>
                    <a:pt x="94181" y="2136271"/>
                  </a:cubicBezTo>
                  <a:cubicBezTo>
                    <a:pt x="122121" y="2090551"/>
                    <a:pt x="155141" y="2048641"/>
                    <a:pt x="191971" y="2011811"/>
                  </a:cubicBezTo>
                  <a:cubicBezTo>
                    <a:pt x="228801" y="1974981"/>
                    <a:pt x="271981" y="1940691"/>
                    <a:pt x="316431" y="1914021"/>
                  </a:cubicBezTo>
                  <a:cubicBezTo>
                    <a:pt x="360881" y="1887351"/>
                    <a:pt x="410411" y="1864491"/>
                    <a:pt x="459941" y="1849251"/>
                  </a:cubicBezTo>
                  <a:cubicBezTo>
                    <a:pt x="509471" y="1834011"/>
                    <a:pt x="616151" y="1821311"/>
                    <a:pt x="616151" y="1821311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16968" y="7155180"/>
            <a:ext cx="5996940" cy="1009650"/>
            <a:chOff x="0" y="0"/>
            <a:chExt cx="7995920" cy="134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213" y="49050"/>
              <a:ext cx="7896219" cy="1245729"/>
            </a:xfrm>
            <a:custGeom>
              <a:avLst/>
              <a:gdLst/>
              <a:ahLst/>
              <a:cxnLst/>
              <a:rect r="r" b="b" t="t" l="l"/>
              <a:pathLst>
                <a:path h="1245729" w="7896219">
                  <a:moveTo>
                    <a:pt x="208597" y="740890"/>
                  </a:moveTo>
                  <a:cubicBezTo>
                    <a:pt x="1147127" y="610080"/>
                    <a:pt x="1664017" y="621510"/>
                    <a:pt x="2038667" y="603730"/>
                  </a:cubicBezTo>
                  <a:cubicBezTo>
                    <a:pt x="2357437" y="587220"/>
                    <a:pt x="2627947" y="571980"/>
                    <a:pt x="2922587" y="544040"/>
                  </a:cubicBezTo>
                  <a:cubicBezTo>
                    <a:pt x="3219767" y="514830"/>
                    <a:pt x="3555047" y="460220"/>
                    <a:pt x="3816667" y="433550"/>
                  </a:cubicBezTo>
                  <a:cubicBezTo>
                    <a:pt x="4021137" y="411960"/>
                    <a:pt x="4197667" y="401800"/>
                    <a:pt x="4362767" y="389100"/>
                  </a:cubicBezTo>
                  <a:cubicBezTo>
                    <a:pt x="4499927" y="378940"/>
                    <a:pt x="4615497" y="368780"/>
                    <a:pt x="4738687" y="363700"/>
                  </a:cubicBezTo>
                  <a:cubicBezTo>
                    <a:pt x="4856797" y="359890"/>
                    <a:pt x="4974907" y="370050"/>
                    <a:pt x="5087937" y="361160"/>
                  </a:cubicBezTo>
                  <a:cubicBezTo>
                    <a:pt x="5194617" y="352270"/>
                    <a:pt x="5298757" y="325600"/>
                    <a:pt x="5399087" y="315440"/>
                  </a:cubicBezTo>
                  <a:cubicBezTo>
                    <a:pt x="5490527" y="306550"/>
                    <a:pt x="5543867" y="311630"/>
                    <a:pt x="5663247" y="300200"/>
                  </a:cubicBezTo>
                  <a:cubicBezTo>
                    <a:pt x="5912167" y="274800"/>
                    <a:pt x="6467157" y="197330"/>
                    <a:pt x="6811327" y="142720"/>
                  </a:cubicBezTo>
                  <a:cubicBezTo>
                    <a:pt x="7093267" y="98270"/>
                    <a:pt x="7447597" y="11910"/>
                    <a:pt x="7579677" y="1750"/>
                  </a:cubicBezTo>
                  <a:cubicBezTo>
                    <a:pt x="7624127" y="-790"/>
                    <a:pt x="7641907" y="480"/>
                    <a:pt x="7671117" y="5560"/>
                  </a:cubicBezTo>
                  <a:cubicBezTo>
                    <a:pt x="7700327" y="11910"/>
                    <a:pt x="7730807" y="23340"/>
                    <a:pt x="7756207" y="38580"/>
                  </a:cubicBezTo>
                  <a:cubicBezTo>
                    <a:pt x="7781607" y="53820"/>
                    <a:pt x="7807007" y="74140"/>
                    <a:pt x="7826057" y="97000"/>
                  </a:cubicBezTo>
                  <a:cubicBezTo>
                    <a:pt x="7846377" y="119860"/>
                    <a:pt x="7862887" y="146530"/>
                    <a:pt x="7874317" y="174470"/>
                  </a:cubicBezTo>
                  <a:cubicBezTo>
                    <a:pt x="7885747" y="202410"/>
                    <a:pt x="7893367" y="232890"/>
                    <a:pt x="7895907" y="263370"/>
                  </a:cubicBezTo>
                  <a:cubicBezTo>
                    <a:pt x="7897177" y="292580"/>
                    <a:pt x="7894637" y="325600"/>
                    <a:pt x="7887017" y="353540"/>
                  </a:cubicBezTo>
                  <a:cubicBezTo>
                    <a:pt x="7879397" y="382750"/>
                    <a:pt x="7865427" y="411960"/>
                    <a:pt x="7848917" y="437360"/>
                  </a:cubicBezTo>
                  <a:cubicBezTo>
                    <a:pt x="7832407" y="462760"/>
                    <a:pt x="7810817" y="485620"/>
                    <a:pt x="7787957" y="504670"/>
                  </a:cubicBezTo>
                  <a:cubicBezTo>
                    <a:pt x="7763827" y="522450"/>
                    <a:pt x="7735887" y="538960"/>
                    <a:pt x="7707947" y="547850"/>
                  </a:cubicBezTo>
                  <a:cubicBezTo>
                    <a:pt x="7678737" y="558010"/>
                    <a:pt x="7648257" y="564360"/>
                    <a:pt x="7617777" y="564360"/>
                  </a:cubicBezTo>
                  <a:cubicBezTo>
                    <a:pt x="7587297" y="564360"/>
                    <a:pt x="7555547" y="560550"/>
                    <a:pt x="7527607" y="550390"/>
                  </a:cubicBezTo>
                  <a:cubicBezTo>
                    <a:pt x="7498397" y="541500"/>
                    <a:pt x="7470457" y="526260"/>
                    <a:pt x="7446327" y="508480"/>
                  </a:cubicBezTo>
                  <a:cubicBezTo>
                    <a:pt x="7422197" y="490700"/>
                    <a:pt x="7399337" y="467840"/>
                    <a:pt x="7382827" y="443710"/>
                  </a:cubicBezTo>
                  <a:cubicBezTo>
                    <a:pt x="7365047" y="419580"/>
                    <a:pt x="7351077" y="390370"/>
                    <a:pt x="7343457" y="361160"/>
                  </a:cubicBezTo>
                  <a:cubicBezTo>
                    <a:pt x="7334567" y="331950"/>
                    <a:pt x="7330757" y="300200"/>
                    <a:pt x="7332027" y="270990"/>
                  </a:cubicBezTo>
                  <a:cubicBezTo>
                    <a:pt x="7333297" y="240510"/>
                    <a:pt x="7339647" y="208760"/>
                    <a:pt x="7351077" y="180820"/>
                  </a:cubicBezTo>
                  <a:cubicBezTo>
                    <a:pt x="7361237" y="152880"/>
                    <a:pt x="7377747" y="126210"/>
                    <a:pt x="7396797" y="102080"/>
                  </a:cubicBezTo>
                  <a:cubicBezTo>
                    <a:pt x="7415847" y="79220"/>
                    <a:pt x="7439977" y="58900"/>
                    <a:pt x="7465377" y="42390"/>
                  </a:cubicBezTo>
                  <a:cubicBezTo>
                    <a:pt x="7490777" y="27150"/>
                    <a:pt x="7519987" y="14450"/>
                    <a:pt x="7549197" y="8100"/>
                  </a:cubicBezTo>
                  <a:cubicBezTo>
                    <a:pt x="7578407" y="480"/>
                    <a:pt x="7611427" y="-2060"/>
                    <a:pt x="7640637" y="1750"/>
                  </a:cubicBezTo>
                  <a:cubicBezTo>
                    <a:pt x="7671117" y="4290"/>
                    <a:pt x="7701597" y="11910"/>
                    <a:pt x="7729537" y="24610"/>
                  </a:cubicBezTo>
                  <a:cubicBezTo>
                    <a:pt x="7756207" y="37310"/>
                    <a:pt x="7782877" y="55090"/>
                    <a:pt x="7805737" y="75410"/>
                  </a:cubicBezTo>
                  <a:cubicBezTo>
                    <a:pt x="7827327" y="95730"/>
                    <a:pt x="7846377" y="121130"/>
                    <a:pt x="7861617" y="146530"/>
                  </a:cubicBezTo>
                  <a:cubicBezTo>
                    <a:pt x="7875587" y="173200"/>
                    <a:pt x="7887017" y="203680"/>
                    <a:pt x="7892097" y="232890"/>
                  </a:cubicBezTo>
                  <a:cubicBezTo>
                    <a:pt x="7897177" y="262100"/>
                    <a:pt x="7897177" y="295120"/>
                    <a:pt x="7893367" y="324330"/>
                  </a:cubicBezTo>
                  <a:cubicBezTo>
                    <a:pt x="7888287" y="353540"/>
                    <a:pt x="7878127" y="384020"/>
                    <a:pt x="7865427" y="410690"/>
                  </a:cubicBezTo>
                  <a:cubicBezTo>
                    <a:pt x="7851457" y="437360"/>
                    <a:pt x="7832407" y="464030"/>
                    <a:pt x="7810817" y="484350"/>
                  </a:cubicBezTo>
                  <a:cubicBezTo>
                    <a:pt x="7789227" y="505940"/>
                    <a:pt x="7762557" y="523720"/>
                    <a:pt x="7735887" y="536420"/>
                  </a:cubicBezTo>
                  <a:cubicBezTo>
                    <a:pt x="7709217" y="549120"/>
                    <a:pt x="7695247" y="551660"/>
                    <a:pt x="7648257" y="561820"/>
                  </a:cubicBezTo>
                  <a:cubicBezTo>
                    <a:pt x="7457757" y="605000"/>
                    <a:pt x="6650037" y="733270"/>
                    <a:pt x="6197917" y="792960"/>
                  </a:cubicBezTo>
                  <a:cubicBezTo>
                    <a:pt x="5804217" y="846300"/>
                    <a:pt x="5395277" y="893290"/>
                    <a:pt x="5089207" y="912340"/>
                  </a:cubicBezTo>
                  <a:cubicBezTo>
                    <a:pt x="4872037" y="925040"/>
                    <a:pt x="4741227" y="908530"/>
                    <a:pt x="4532947" y="919960"/>
                  </a:cubicBezTo>
                  <a:cubicBezTo>
                    <a:pt x="4266247" y="933930"/>
                    <a:pt x="3897947" y="975840"/>
                    <a:pt x="3619817" y="1005050"/>
                  </a:cubicBezTo>
                  <a:cubicBezTo>
                    <a:pt x="3386137" y="1030450"/>
                    <a:pt x="3222307" y="1059660"/>
                    <a:pt x="2974657" y="1082520"/>
                  </a:cubicBezTo>
                  <a:cubicBezTo>
                    <a:pt x="2643187" y="1111730"/>
                    <a:pt x="2173287" y="1140940"/>
                    <a:pt x="1803717" y="1151100"/>
                  </a:cubicBezTo>
                  <a:cubicBezTo>
                    <a:pt x="1472247" y="1161260"/>
                    <a:pt x="1138237" y="1130780"/>
                    <a:pt x="857567" y="1151100"/>
                  </a:cubicBezTo>
                  <a:cubicBezTo>
                    <a:pt x="630237" y="1168880"/>
                    <a:pt x="366077" y="1253970"/>
                    <a:pt x="241617" y="1245080"/>
                  </a:cubicBezTo>
                  <a:cubicBezTo>
                    <a:pt x="187007" y="1241270"/>
                    <a:pt x="155257" y="1224760"/>
                    <a:pt x="126047" y="1209520"/>
                  </a:cubicBezTo>
                  <a:cubicBezTo>
                    <a:pt x="104457" y="1199360"/>
                    <a:pt x="91757" y="1186660"/>
                    <a:pt x="76517" y="1172690"/>
                  </a:cubicBezTo>
                  <a:cubicBezTo>
                    <a:pt x="62547" y="1157450"/>
                    <a:pt x="49847" y="1144750"/>
                    <a:pt x="38417" y="1124430"/>
                  </a:cubicBezTo>
                  <a:cubicBezTo>
                    <a:pt x="23177" y="1095220"/>
                    <a:pt x="5397" y="1040610"/>
                    <a:pt x="1587" y="1007590"/>
                  </a:cubicBezTo>
                  <a:cubicBezTo>
                    <a:pt x="-953" y="984730"/>
                    <a:pt x="-953" y="969490"/>
                    <a:pt x="5397" y="946630"/>
                  </a:cubicBezTo>
                  <a:cubicBezTo>
                    <a:pt x="13017" y="914880"/>
                    <a:pt x="30797" y="866620"/>
                    <a:pt x="53657" y="834870"/>
                  </a:cubicBezTo>
                  <a:cubicBezTo>
                    <a:pt x="77787" y="804390"/>
                    <a:pt x="120967" y="775180"/>
                    <a:pt x="150177" y="759940"/>
                  </a:cubicBezTo>
                  <a:cubicBezTo>
                    <a:pt x="170497" y="748510"/>
                    <a:pt x="208597" y="740890"/>
                    <a:pt x="208597" y="740890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844996" y="7149394"/>
            <a:ext cx="8482224" cy="69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</a:pPr>
            <a:r>
              <a:rPr lang="en-US" sz="3954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Mentor: Hai Dang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54495" y="3407995"/>
            <a:ext cx="12021728" cy="265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5016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Thiết kế và đánh giá các hệ thống thích ứng dựa trên trò chơi nhằm can thiệp tình trạng bắt nạt học đường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7488">
            <a:off x="2438609" y="561990"/>
            <a:ext cx="14412343" cy="9040470"/>
          </a:xfrm>
          <a:custGeom>
            <a:avLst/>
            <a:gdLst/>
            <a:ahLst/>
            <a:cxnLst/>
            <a:rect r="r" b="b" t="t" l="l"/>
            <a:pathLst>
              <a:path h="9040470" w="14412343">
                <a:moveTo>
                  <a:pt x="0" y="0"/>
                </a:moveTo>
                <a:lnTo>
                  <a:pt x="14412343" y="0"/>
                </a:lnTo>
                <a:lnTo>
                  <a:pt x="14412343" y="9040470"/>
                </a:lnTo>
                <a:lnTo>
                  <a:pt x="0" y="904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953" y="3313902"/>
            <a:ext cx="3180174" cy="3659196"/>
          </a:xfrm>
          <a:custGeom>
            <a:avLst/>
            <a:gdLst/>
            <a:ahLst/>
            <a:cxnLst/>
            <a:rect r="r" b="b" t="t" l="l"/>
            <a:pathLst>
              <a:path h="3659196" w="3180174">
                <a:moveTo>
                  <a:pt x="0" y="0"/>
                </a:moveTo>
                <a:lnTo>
                  <a:pt x="3180175" y="0"/>
                </a:lnTo>
                <a:lnTo>
                  <a:pt x="3180175" y="3659196"/>
                </a:lnTo>
                <a:lnTo>
                  <a:pt x="0" y="3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5694" y="498152"/>
            <a:ext cx="2497306" cy="3247088"/>
          </a:xfrm>
          <a:custGeom>
            <a:avLst/>
            <a:gdLst/>
            <a:ahLst/>
            <a:cxnLst/>
            <a:rect r="r" b="b" t="t" l="l"/>
            <a:pathLst>
              <a:path h="3247088" w="2497306">
                <a:moveTo>
                  <a:pt x="0" y="0"/>
                </a:moveTo>
                <a:lnTo>
                  <a:pt x="2497306" y="0"/>
                </a:lnTo>
                <a:lnTo>
                  <a:pt x="2497306" y="3247088"/>
                </a:lnTo>
                <a:lnTo>
                  <a:pt x="0" y="3247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0170">
            <a:off x="-115271" y="1067186"/>
            <a:ext cx="2287943" cy="3091815"/>
          </a:xfrm>
          <a:custGeom>
            <a:avLst/>
            <a:gdLst/>
            <a:ahLst/>
            <a:cxnLst/>
            <a:rect r="r" b="b" t="t" l="l"/>
            <a:pathLst>
              <a:path h="3091815" w="2287943">
                <a:moveTo>
                  <a:pt x="0" y="0"/>
                </a:moveTo>
                <a:lnTo>
                  <a:pt x="2287942" y="0"/>
                </a:lnTo>
                <a:lnTo>
                  <a:pt x="2287942" y="3091815"/>
                </a:lnTo>
                <a:lnTo>
                  <a:pt x="0" y="3091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13139">
            <a:off x="1706699" y="8142956"/>
            <a:ext cx="2495834" cy="652730"/>
            <a:chOff x="0" y="0"/>
            <a:chExt cx="369062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213139">
            <a:off x="1046524" y="8678514"/>
            <a:ext cx="2495834" cy="652730"/>
            <a:chOff x="0" y="0"/>
            <a:chExt cx="3690620" cy="96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30955" y="3404235"/>
            <a:ext cx="7725728" cy="1876425"/>
            <a:chOff x="0" y="0"/>
            <a:chExt cx="10300970" cy="2501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610" y="50682"/>
              <a:ext cx="10198377" cy="2401917"/>
            </a:xfrm>
            <a:custGeom>
              <a:avLst/>
              <a:gdLst/>
              <a:ahLst/>
              <a:cxnLst/>
              <a:rect r="r" b="b" t="t" l="l"/>
              <a:pathLst>
                <a:path h="2401917" w="10198377">
                  <a:moveTo>
                    <a:pt x="562800" y="1098668"/>
                  </a:moveTo>
                  <a:cubicBezTo>
                    <a:pt x="2036000" y="905628"/>
                    <a:pt x="2281110" y="925948"/>
                    <a:pt x="2540190" y="903088"/>
                  </a:cubicBezTo>
                  <a:cubicBezTo>
                    <a:pt x="2791650" y="880228"/>
                    <a:pt x="2973260" y="835778"/>
                    <a:pt x="3279330" y="798948"/>
                  </a:cubicBezTo>
                  <a:cubicBezTo>
                    <a:pt x="3772090" y="737988"/>
                    <a:pt x="4744910" y="651628"/>
                    <a:pt x="5217350" y="595748"/>
                  </a:cubicBezTo>
                  <a:cubicBezTo>
                    <a:pt x="5490400" y="562728"/>
                    <a:pt x="5607240" y="547488"/>
                    <a:pt x="5862510" y="510658"/>
                  </a:cubicBezTo>
                  <a:cubicBezTo>
                    <a:pt x="6242240" y="454778"/>
                    <a:pt x="6882320" y="340478"/>
                    <a:pt x="7269670" y="282058"/>
                  </a:cubicBezTo>
                  <a:cubicBezTo>
                    <a:pt x="7542720" y="241418"/>
                    <a:pt x="7735760" y="214748"/>
                    <a:pt x="7965630" y="185538"/>
                  </a:cubicBezTo>
                  <a:cubicBezTo>
                    <a:pt x="8191690" y="157598"/>
                    <a:pt x="8406320" y="142358"/>
                    <a:pt x="8638730" y="113148"/>
                  </a:cubicBezTo>
                  <a:cubicBezTo>
                    <a:pt x="8890190" y="81398"/>
                    <a:pt x="9235630" y="2658"/>
                    <a:pt x="9422320" y="118"/>
                  </a:cubicBezTo>
                  <a:cubicBezTo>
                    <a:pt x="9525190" y="-1152"/>
                    <a:pt x="9584880" y="7738"/>
                    <a:pt x="9661080" y="30598"/>
                  </a:cubicBezTo>
                  <a:cubicBezTo>
                    <a:pt x="9737280" y="52188"/>
                    <a:pt x="9814750" y="89018"/>
                    <a:pt x="9879520" y="134738"/>
                  </a:cubicBezTo>
                  <a:cubicBezTo>
                    <a:pt x="9944290" y="180458"/>
                    <a:pt x="10005250" y="238878"/>
                    <a:pt x="10052240" y="303648"/>
                  </a:cubicBezTo>
                  <a:cubicBezTo>
                    <a:pt x="10099230" y="367148"/>
                    <a:pt x="10138600" y="442078"/>
                    <a:pt x="10162730" y="518278"/>
                  </a:cubicBezTo>
                  <a:cubicBezTo>
                    <a:pt x="10186860" y="594478"/>
                    <a:pt x="10199560" y="678298"/>
                    <a:pt x="10198290" y="757038"/>
                  </a:cubicBezTo>
                  <a:cubicBezTo>
                    <a:pt x="10197020" y="837048"/>
                    <a:pt x="10181780" y="919598"/>
                    <a:pt x="10156380" y="995798"/>
                  </a:cubicBezTo>
                  <a:cubicBezTo>
                    <a:pt x="10129710" y="1070728"/>
                    <a:pt x="10089070" y="1144388"/>
                    <a:pt x="10039540" y="1206618"/>
                  </a:cubicBezTo>
                  <a:cubicBezTo>
                    <a:pt x="9991280" y="1270118"/>
                    <a:pt x="9927780" y="1327268"/>
                    <a:pt x="9861740" y="1370448"/>
                  </a:cubicBezTo>
                  <a:cubicBezTo>
                    <a:pt x="9795700" y="1414898"/>
                    <a:pt x="9718230" y="1449188"/>
                    <a:pt x="9640760" y="1469508"/>
                  </a:cubicBezTo>
                  <a:cubicBezTo>
                    <a:pt x="9564560" y="1489828"/>
                    <a:pt x="9479470" y="1497448"/>
                    <a:pt x="9400730" y="1492368"/>
                  </a:cubicBezTo>
                  <a:cubicBezTo>
                    <a:pt x="9320720" y="1486018"/>
                    <a:pt x="9238170" y="1466968"/>
                    <a:pt x="9165780" y="1436488"/>
                  </a:cubicBezTo>
                  <a:cubicBezTo>
                    <a:pt x="9092120" y="1406008"/>
                    <a:pt x="9019730" y="1361558"/>
                    <a:pt x="8960040" y="1309488"/>
                  </a:cubicBezTo>
                  <a:cubicBezTo>
                    <a:pt x="8900350" y="1256148"/>
                    <a:pt x="8845740" y="1191378"/>
                    <a:pt x="8806370" y="1122798"/>
                  </a:cubicBezTo>
                  <a:cubicBezTo>
                    <a:pt x="8765730" y="1054218"/>
                    <a:pt x="8736520" y="974208"/>
                    <a:pt x="8720010" y="896738"/>
                  </a:cubicBezTo>
                  <a:cubicBezTo>
                    <a:pt x="8703500" y="819268"/>
                    <a:pt x="8700960" y="734178"/>
                    <a:pt x="8709850" y="655438"/>
                  </a:cubicBezTo>
                  <a:cubicBezTo>
                    <a:pt x="8720010" y="576698"/>
                    <a:pt x="8744140" y="495418"/>
                    <a:pt x="8778430" y="423028"/>
                  </a:cubicBezTo>
                  <a:cubicBezTo>
                    <a:pt x="8812720" y="351908"/>
                    <a:pt x="8860980" y="282058"/>
                    <a:pt x="8916860" y="224908"/>
                  </a:cubicBezTo>
                  <a:cubicBezTo>
                    <a:pt x="8972740" y="169028"/>
                    <a:pt x="9040050" y="118228"/>
                    <a:pt x="9111170" y="81398"/>
                  </a:cubicBezTo>
                  <a:cubicBezTo>
                    <a:pt x="9182290" y="45838"/>
                    <a:pt x="9262300" y="19168"/>
                    <a:pt x="9341040" y="7738"/>
                  </a:cubicBezTo>
                  <a:cubicBezTo>
                    <a:pt x="9419780" y="-3692"/>
                    <a:pt x="9504870" y="-2422"/>
                    <a:pt x="9583610" y="11548"/>
                  </a:cubicBezTo>
                  <a:cubicBezTo>
                    <a:pt x="9661080" y="25518"/>
                    <a:pt x="9741090" y="53458"/>
                    <a:pt x="9810940" y="91558"/>
                  </a:cubicBezTo>
                  <a:cubicBezTo>
                    <a:pt x="9880790" y="129658"/>
                    <a:pt x="9946830" y="182998"/>
                    <a:pt x="10001440" y="241418"/>
                  </a:cubicBezTo>
                  <a:cubicBezTo>
                    <a:pt x="10054780" y="299838"/>
                    <a:pt x="10101770" y="369688"/>
                    <a:pt x="10133520" y="443348"/>
                  </a:cubicBezTo>
                  <a:cubicBezTo>
                    <a:pt x="10166540" y="515738"/>
                    <a:pt x="10188130" y="597018"/>
                    <a:pt x="10195750" y="677028"/>
                  </a:cubicBezTo>
                  <a:cubicBezTo>
                    <a:pt x="10202100" y="755768"/>
                    <a:pt x="10197020" y="840858"/>
                    <a:pt x="10179240" y="918328"/>
                  </a:cubicBezTo>
                  <a:cubicBezTo>
                    <a:pt x="10160190" y="994528"/>
                    <a:pt x="10128440" y="1073268"/>
                    <a:pt x="10086530" y="1140578"/>
                  </a:cubicBezTo>
                  <a:cubicBezTo>
                    <a:pt x="10044620" y="1207888"/>
                    <a:pt x="9988740" y="1272658"/>
                    <a:pt x="9926510" y="1322188"/>
                  </a:cubicBezTo>
                  <a:cubicBezTo>
                    <a:pt x="9865550" y="1372988"/>
                    <a:pt x="9791890" y="1416168"/>
                    <a:pt x="9718230" y="1444108"/>
                  </a:cubicBezTo>
                  <a:cubicBezTo>
                    <a:pt x="9643300" y="1473318"/>
                    <a:pt x="9598850" y="1474588"/>
                    <a:pt x="9482010" y="1492368"/>
                  </a:cubicBezTo>
                  <a:cubicBezTo>
                    <a:pt x="9151810" y="1545708"/>
                    <a:pt x="8172640" y="1638418"/>
                    <a:pt x="7583360" y="1715888"/>
                  </a:cubicBezTo>
                  <a:cubicBezTo>
                    <a:pt x="7067740" y="1784468"/>
                    <a:pt x="6531800" y="1875908"/>
                    <a:pt x="6134290" y="1927978"/>
                  </a:cubicBezTo>
                  <a:cubicBezTo>
                    <a:pt x="5858700" y="1963538"/>
                    <a:pt x="5674550" y="1983858"/>
                    <a:pt x="5433250" y="2009258"/>
                  </a:cubicBezTo>
                  <a:cubicBezTo>
                    <a:pt x="5176710" y="2035928"/>
                    <a:pt x="4899850" y="2063868"/>
                    <a:pt x="4635690" y="2084188"/>
                  </a:cubicBezTo>
                  <a:cubicBezTo>
                    <a:pt x="4377880" y="2104508"/>
                    <a:pt x="4114990" y="2112128"/>
                    <a:pt x="3866070" y="2133718"/>
                  </a:cubicBezTo>
                  <a:cubicBezTo>
                    <a:pt x="3632390" y="2155308"/>
                    <a:pt x="3408870" y="2190868"/>
                    <a:pt x="3185350" y="2212458"/>
                  </a:cubicBezTo>
                  <a:cubicBezTo>
                    <a:pt x="2969450" y="2232778"/>
                    <a:pt x="2764980" y="2251828"/>
                    <a:pt x="2550350" y="2260718"/>
                  </a:cubicBezTo>
                  <a:cubicBezTo>
                    <a:pt x="2329370" y="2269608"/>
                    <a:pt x="2131250" y="2249288"/>
                    <a:pt x="1878520" y="2264528"/>
                  </a:cubicBezTo>
                  <a:cubicBezTo>
                    <a:pt x="1549590" y="2284848"/>
                    <a:pt x="952690" y="2382638"/>
                    <a:pt x="748220" y="2396608"/>
                  </a:cubicBezTo>
                  <a:cubicBezTo>
                    <a:pt x="670750" y="2401688"/>
                    <a:pt x="641540" y="2404228"/>
                    <a:pt x="589470" y="2399148"/>
                  </a:cubicBezTo>
                  <a:cubicBezTo>
                    <a:pt x="537400" y="2394068"/>
                    <a:pt x="485330" y="2382638"/>
                    <a:pt x="435800" y="2364858"/>
                  </a:cubicBezTo>
                  <a:cubicBezTo>
                    <a:pt x="386270" y="2347078"/>
                    <a:pt x="338010" y="2322948"/>
                    <a:pt x="293560" y="2295008"/>
                  </a:cubicBezTo>
                  <a:cubicBezTo>
                    <a:pt x="250380" y="2265798"/>
                    <a:pt x="208470" y="2230238"/>
                    <a:pt x="174180" y="2192138"/>
                  </a:cubicBezTo>
                  <a:cubicBezTo>
                    <a:pt x="138620" y="2154038"/>
                    <a:pt x="106870" y="2109588"/>
                    <a:pt x="81470" y="2063868"/>
                  </a:cubicBezTo>
                  <a:cubicBezTo>
                    <a:pt x="56070" y="2018148"/>
                    <a:pt x="35750" y="1968618"/>
                    <a:pt x="21780" y="1917818"/>
                  </a:cubicBezTo>
                  <a:cubicBezTo>
                    <a:pt x="7810" y="1867018"/>
                    <a:pt x="190" y="1813678"/>
                    <a:pt x="190" y="1761608"/>
                  </a:cubicBezTo>
                  <a:cubicBezTo>
                    <a:pt x="-1080" y="1708268"/>
                    <a:pt x="4000" y="1654928"/>
                    <a:pt x="15430" y="1604128"/>
                  </a:cubicBezTo>
                  <a:cubicBezTo>
                    <a:pt x="26860" y="1553328"/>
                    <a:pt x="44640" y="1501258"/>
                    <a:pt x="68770" y="1454268"/>
                  </a:cubicBezTo>
                  <a:cubicBezTo>
                    <a:pt x="91630" y="1408548"/>
                    <a:pt x="120840" y="1362828"/>
                    <a:pt x="155130" y="1323458"/>
                  </a:cubicBezTo>
                  <a:cubicBezTo>
                    <a:pt x="189420" y="1282818"/>
                    <a:pt x="228790" y="1245988"/>
                    <a:pt x="271970" y="1215508"/>
                  </a:cubicBezTo>
                  <a:cubicBezTo>
                    <a:pt x="313880" y="1185028"/>
                    <a:pt x="360870" y="1158358"/>
                    <a:pt x="409130" y="1139308"/>
                  </a:cubicBezTo>
                  <a:cubicBezTo>
                    <a:pt x="458660" y="1120258"/>
                    <a:pt x="562800" y="1098668"/>
                    <a:pt x="562800" y="1098668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22370" y="5157788"/>
            <a:ext cx="10503218" cy="2422208"/>
            <a:chOff x="0" y="0"/>
            <a:chExt cx="14004290" cy="3229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329" y="49399"/>
              <a:ext cx="13907176" cy="3128310"/>
            </a:xfrm>
            <a:custGeom>
              <a:avLst/>
              <a:gdLst/>
              <a:ahLst/>
              <a:cxnLst/>
              <a:rect r="r" b="b" t="t" l="l"/>
              <a:pathLst>
                <a:path h="3128310" w="13907176">
                  <a:moveTo>
                    <a:pt x="614881" y="1821311"/>
                  </a:moveTo>
                  <a:cubicBezTo>
                    <a:pt x="2005531" y="1724791"/>
                    <a:pt x="2173171" y="1704471"/>
                    <a:pt x="2486861" y="1666371"/>
                  </a:cubicBezTo>
                  <a:cubicBezTo>
                    <a:pt x="2999941" y="1604141"/>
                    <a:pt x="4000701" y="1463171"/>
                    <a:pt x="4513781" y="1390781"/>
                  </a:cubicBezTo>
                  <a:cubicBezTo>
                    <a:pt x="4828741" y="1346331"/>
                    <a:pt x="5033211" y="1323471"/>
                    <a:pt x="5274511" y="1277751"/>
                  </a:cubicBezTo>
                  <a:cubicBezTo>
                    <a:pt x="5498031" y="1237111"/>
                    <a:pt x="5640271" y="1188851"/>
                    <a:pt x="5914591" y="1135511"/>
                  </a:cubicBezTo>
                  <a:cubicBezTo>
                    <a:pt x="6404811" y="1041531"/>
                    <a:pt x="7452561" y="892941"/>
                    <a:pt x="7966911" y="805311"/>
                  </a:cubicBezTo>
                  <a:cubicBezTo>
                    <a:pt x="8279331" y="751971"/>
                    <a:pt x="8467291" y="710061"/>
                    <a:pt x="8716211" y="669421"/>
                  </a:cubicBezTo>
                  <a:cubicBezTo>
                    <a:pt x="8962591" y="628781"/>
                    <a:pt x="9203891" y="590681"/>
                    <a:pt x="9451541" y="558931"/>
                  </a:cubicBezTo>
                  <a:cubicBezTo>
                    <a:pt x="9704271" y="527181"/>
                    <a:pt x="9955731" y="510671"/>
                    <a:pt x="10216081" y="476381"/>
                  </a:cubicBezTo>
                  <a:cubicBezTo>
                    <a:pt x="10486591" y="440821"/>
                    <a:pt x="10781231" y="386211"/>
                    <a:pt x="11044121" y="349381"/>
                  </a:cubicBezTo>
                  <a:cubicBezTo>
                    <a:pt x="11282881" y="316361"/>
                    <a:pt x="11501321" y="301121"/>
                    <a:pt x="11727381" y="265561"/>
                  </a:cubicBezTo>
                  <a:cubicBezTo>
                    <a:pt x="11954711" y="228731"/>
                    <a:pt x="12208711" y="161421"/>
                    <a:pt x="12408101" y="129671"/>
                  </a:cubicBezTo>
                  <a:cubicBezTo>
                    <a:pt x="12560501" y="106811"/>
                    <a:pt x="12701471" y="109351"/>
                    <a:pt x="12817041" y="83951"/>
                  </a:cubicBezTo>
                  <a:cubicBezTo>
                    <a:pt x="12905941" y="64901"/>
                    <a:pt x="12968171" y="21721"/>
                    <a:pt x="13045641" y="9021"/>
                  </a:cubicBezTo>
                  <a:cubicBezTo>
                    <a:pt x="13124382" y="-3679"/>
                    <a:pt x="13209471" y="-2409"/>
                    <a:pt x="13286941" y="10291"/>
                  </a:cubicBezTo>
                  <a:cubicBezTo>
                    <a:pt x="13365682" y="22991"/>
                    <a:pt x="13445691" y="50931"/>
                    <a:pt x="13515541" y="89031"/>
                  </a:cubicBezTo>
                  <a:cubicBezTo>
                    <a:pt x="13584121" y="125861"/>
                    <a:pt x="13651432" y="177931"/>
                    <a:pt x="13706041" y="235081"/>
                  </a:cubicBezTo>
                  <a:cubicBezTo>
                    <a:pt x="13760651" y="293501"/>
                    <a:pt x="13807641" y="363351"/>
                    <a:pt x="13839391" y="435741"/>
                  </a:cubicBezTo>
                  <a:cubicBezTo>
                    <a:pt x="13872410" y="508131"/>
                    <a:pt x="13895271" y="589411"/>
                    <a:pt x="13902891" y="668151"/>
                  </a:cubicBezTo>
                  <a:cubicBezTo>
                    <a:pt x="13911782" y="746891"/>
                    <a:pt x="13906701" y="831981"/>
                    <a:pt x="13888921" y="909451"/>
                  </a:cubicBezTo>
                  <a:cubicBezTo>
                    <a:pt x="13871141" y="985651"/>
                    <a:pt x="13839391" y="1064391"/>
                    <a:pt x="13798751" y="1131701"/>
                  </a:cubicBezTo>
                  <a:cubicBezTo>
                    <a:pt x="13756841" y="1200281"/>
                    <a:pt x="13702232" y="1263781"/>
                    <a:pt x="13641271" y="1314581"/>
                  </a:cubicBezTo>
                  <a:cubicBezTo>
                    <a:pt x="13580310" y="1366651"/>
                    <a:pt x="13507921" y="1408561"/>
                    <a:pt x="13434260" y="1437771"/>
                  </a:cubicBezTo>
                  <a:cubicBezTo>
                    <a:pt x="13360601" y="1466981"/>
                    <a:pt x="13276782" y="1484761"/>
                    <a:pt x="13198041" y="1488571"/>
                  </a:cubicBezTo>
                  <a:cubicBezTo>
                    <a:pt x="13119301" y="1492381"/>
                    <a:pt x="13035482" y="1482221"/>
                    <a:pt x="12959282" y="1460631"/>
                  </a:cubicBezTo>
                  <a:cubicBezTo>
                    <a:pt x="12883081" y="1439041"/>
                    <a:pt x="12805611" y="1403481"/>
                    <a:pt x="12740841" y="1359031"/>
                  </a:cubicBezTo>
                  <a:cubicBezTo>
                    <a:pt x="12674801" y="1313311"/>
                    <a:pt x="12613841" y="1254891"/>
                    <a:pt x="12566851" y="1191391"/>
                  </a:cubicBezTo>
                  <a:cubicBezTo>
                    <a:pt x="12518591" y="1127891"/>
                    <a:pt x="12480491" y="1052961"/>
                    <a:pt x="12455091" y="978031"/>
                  </a:cubicBezTo>
                  <a:cubicBezTo>
                    <a:pt x="12429691" y="903101"/>
                    <a:pt x="12416991" y="819281"/>
                    <a:pt x="12416991" y="740541"/>
                  </a:cubicBezTo>
                  <a:cubicBezTo>
                    <a:pt x="12418261" y="660531"/>
                    <a:pt x="12432231" y="577981"/>
                    <a:pt x="12457631" y="503051"/>
                  </a:cubicBezTo>
                  <a:cubicBezTo>
                    <a:pt x="12483031" y="428121"/>
                    <a:pt x="12523671" y="353191"/>
                    <a:pt x="12571931" y="289691"/>
                  </a:cubicBezTo>
                  <a:cubicBezTo>
                    <a:pt x="12620191" y="227461"/>
                    <a:pt x="12682421" y="170311"/>
                    <a:pt x="12748461" y="125861"/>
                  </a:cubicBezTo>
                  <a:cubicBezTo>
                    <a:pt x="12813231" y="81411"/>
                    <a:pt x="12890701" y="47121"/>
                    <a:pt x="12966901" y="25531"/>
                  </a:cubicBezTo>
                  <a:cubicBezTo>
                    <a:pt x="13044371" y="5211"/>
                    <a:pt x="13128191" y="-3679"/>
                    <a:pt x="13206932" y="1401"/>
                  </a:cubicBezTo>
                  <a:cubicBezTo>
                    <a:pt x="13285671" y="6481"/>
                    <a:pt x="13368221" y="24261"/>
                    <a:pt x="13441882" y="54741"/>
                  </a:cubicBezTo>
                  <a:cubicBezTo>
                    <a:pt x="13515541" y="83951"/>
                    <a:pt x="13587932" y="128401"/>
                    <a:pt x="13647621" y="179201"/>
                  </a:cubicBezTo>
                  <a:cubicBezTo>
                    <a:pt x="13707310" y="231271"/>
                    <a:pt x="13761921" y="296041"/>
                    <a:pt x="13802560" y="364621"/>
                  </a:cubicBezTo>
                  <a:cubicBezTo>
                    <a:pt x="13843201" y="433201"/>
                    <a:pt x="13873682" y="511941"/>
                    <a:pt x="13890191" y="589411"/>
                  </a:cubicBezTo>
                  <a:cubicBezTo>
                    <a:pt x="13906701" y="666881"/>
                    <a:pt x="13911782" y="750701"/>
                    <a:pt x="13901621" y="829441"/>
                  </a:cubicBezTo>
                  <a:cubicBezTo>
                    <a:pt x="13892732" y="908181"/>
                    <a:pt x="13869871" y="989461"/>
                    <a:pt x="13836851" y="1061851"/>
                  </a:cubicBezTo>
                  <a:cubicBezTo>
                    <a:pt x="13802560" y="1132971"/>
                    <a:pt x="13754301" y="1202821"/>
                    <a:pt x="13699691" y="1259971"/>
                  </a:cubicBezTo>
                  <a:cubicBezTo>
                    <a:pt x="13645082" y="1317121"/>
                    <a:pt x="13599360" y="1362841"/>
                    <a:pt x="13506651" y="1404751"/>
                  </a:cubicBezTo>
                  <a:cubicBezTo>
                    <a:pt x="13335201" y="1483491"/>
                    <a:pt x="12955471" y="1529211"/>
                    <a:pt x="12701471" y="1580011"/>
                  </a:cubicBezTo>
                  <a:cubicBezTo>
                    <a:pt x="12476681" y="1625731"/>
                    <a:pt x="12321741" y="1656211"/>
                    <a:pt x="12063931" y="1696851"/>
                  </a:cubicBezTo>
                  <a:cubicBezTo>
                    <a:pt x="11666421" y="1760351"/>
                    <a:pt x="10946331" y="1855601"/>
                    <a:pt x="10545011" y="1903861"/>
                  </a:cubicBezTo>
                  <a:cubicBezTo>
                    <a:pt x="10283391" y="1934341"/>
                    <a:pt x="10191951" y="1930531"/>
                    <a:pt x="9893501" y="1968631"/>
                  </a:cubicBezTo>
                  <a:cubicBezTo>
                    <a:pt x="9234371" y="2053721"/>
                    <a:pt x="7607501" y="2319151"/>
                    <a:pt x="6729931" y="2461391"/>
                  </a:cubicBezTo>
                  <a:cubicBezTo>
                    <a:pt x="6105091" y="2562991"/>
                    <a:pt x="5541211" y="2669671"/>
                    <a:pt x="5123381" y="2733171"/>
                  </a:cubicBezTo>
                  <a:cubicBezTo>
                    <a:pt x="4856681" y="2772541"/>
                    <a:pt x="4746191" y="2785241"/>
                    <a:pt x="4466791" y="2819531"/>
                  </a:cubicBezTo>
                  <a:cubicBezTo>
                    <a:pt x="3977841" y="2877951"/>
                    <a:pt x="2932631" y="2996061"/>
                    <a:pt x="2441141" y="3040511"/>
                  </a:cubicBezTo>
                  <a:cubicBezTo>
                    <a:pt x="2160471" y="3064641"/>
                    <a:pt x="2027121" y="3072261"/>
                    <a:pt x="1779471" y="3086231"/>
                  </a:cubicBezTo>
                  <a:cubicBezTo>
                    <a:pt x="1463241" y="3104011"/>
                    <a:pt x="894281" y="3130681"/>
                    <a:pt x="694891" y="3128141"/>
                  </a:cubicBezTo>
                  <a:cubicBezTo>
                    <a:pt x="618691" y="3128141"/>
                    <a:pt x="588211" y="3128141"/>
                    <a:pt x="537411" y="3119251"/>
                  </a:cubicBezTo>
                  <a:cubicBezTo>
                    <a:pt x="485341" y="3110361"/>
                    <a:pt x="434541" y="3093851"/>
                    <a:pt x="386281" y="3072261"/>
                  </a:cubicBezTo>
                  <a:cubicBezTo>
                    <a:pt x="338021" y="3050671"/>
                    <a:pt x="292301" y="3022731"/>
                    <a:pt x="251661" y="2990981"/>
                  </a:cubicBezTo>
                  <a:cubicBezTo>
                    <a:pt x="209751" y="2957961"/>
                    <a:pt x="171651" y="2919861"/>
                    <a:pt x="139901" y="2879221"/>
                  </a:cubicBezTo>
                  <a:cubicBezTo>
                    <a:pt x="106881" y="2837311"/>
                    <a:pt x="78941" y="2791591"/>
                    <a:pt x="57351" y="2743331"/>
                  </a:cubicBezTo>
                  <a:cubicBezTo>
                    <a:pt x="35761" y="2696341"/>
                    <a:pt x="20521" y="2644271"/>
                    <a:pt x="10361" y="2593471"/>
                  </a:cubicBezTo>
                  <a:cubicBezTo>
                    <a:pt x="1471" y="2541401"/>
                    <a:pt x="-2339" y="2486791"/>
                    <a:pt x="1471" y="2434721"/>
                  </a:cubicBezTo>
                  <a:cubicBezTo>
                    <a:pt x="4011" y="2382651"/>
                    <a:pt x="14171" y="2329311"/>
                    <a:pt x="29411" y="2279781"/>
                  </a:cubicBezTo>
                  <a:cubicBezTo>
                    <a:pt x="44651" y="2230251"/>
                    <a:pt x="67511" y="2180721"/>
                    <a:pt x="94181" y="2136271"/>
                  </a:cubicBezTo>
                  <a:cubicBezTo>
                    <a:pt x="122121" y="2090551"/>
                    <a:pt x="155141" y="2048641"/>
                    <a:pt x="191971" y="2011811"/>
                  </a:cubicBezTo>
                  <a:cubicBezTo>
                    <a:pt x="228801" y="1974981"/>
                    <a:pt x="271981" y="1940691"/>
                    <a:pt x="316431" y="1914021"/>
                  </a:cubicBezTo>
                  <a:cubicBezTo>
                    <a:pt x="360881" y="1887351"/>
                    <a:pt x="410411" y="1864491"/>
                    <a:pt x="459941" y="1849251"/>
                  </a:cubicBezTo>
                  <a:cubicBezTo>
                    <a:pt x="509471" y="1834011"/>
                    <a:pt x="616151" y="1821311"/>
                    <a:pt x="616151" y="1821311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16968" y="7155180"/>
            <a:ext cx="5996940" cy="1009650"/>
            <a:chOff x="0" y="0"/>
            <a:chExt cx="7995920" cy="134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213" y="49050"/>
              <a:ext cx="7896219" cy="1245729"/>
            </a:xfrm>
            <a:custGeom>
              <a:avLst/>
              <a:gdLst/>
              <a:ahLst/>
              <a:cxnLst/>
              <a:rect r="r" b="b" t="t" l="l"/>
              <a:pathLst>
                <a:path h="1245729" w="7896219">
                  <a:moveTo>
                    <a:pt x="208597" y="740890"/>
                  </a:moveTo>
                  <a:cubicBezTo>
                    <a:pt x="1147127" y="610080"/>
                    <a:pt x="1664017" y="621510"/>
                    <a:pt x="2038667" y="603730"/>
                  </a:cubicBezTo>
                  <a:cubicBezTo>
                    <a:pt x="2357437" y="587220"/>
                    <a:pt x="2627947" y="571980"/>
                    <a:pt x="2922587" y="544040"/>
                  </a:cubicBezTo>
                  <a:cubicBezTo>
                    <a:pt x="3219767" y="514830"/>
                    <a:pt x="3555047" y="460220"/>
                    <a:pt x="3816667" y="433550"/>
                  </a:cubicBezTo>
                  <a:cubicBezTo>
                    <a:pt x="4021137" y="411960"/>
                    <a:pt x="4197667" y="401800"/>
                    <a:pt x="4362767" y="389100"/>
                  </a:cubicBezTo>
                  <a:cubicBezTo>
                    <a:pt x="4499927" y="378940"/>
                    <a:pt x="4615497" y="368780"/>
                    <a:pt x="4738687" y="363700"/>
                  </a:cubicBezTo>
                  <a:cubicBezTo>
                    <a:pt x="4856797" y="359890"/>
                    <a:pt x="4974907" y="370050"/>
                    <a:pt x="5087937" y="361160"/>
                  </a:cubicBezTo>
                  <a:cubicBezTo>
                    <a:pt x="5194617" y="352270"/>
                    <a:pt x="5298757" y="325600"/>
                    <a:pt x="5399087" y="315440"/>
                  </a:cubicBezTo>
                  <a:cubicBezTo>
                    <a:pt x="5490527" y="306550"/>
                    <a:pt x="5543867" y="311630"/>
                    <a:pt x="5663247" y="300200"/>
                  </a:cubicBezTo>
                  <a:cubicBezTo>
                    <a:pt x="5912167" y="274800"/>
                    <a:pt x="6467157" y="197330"/>
                    <a:pt x="6811327" y="142720"/>
                  </a:cubicBezTo>
                  <a:cubicBezTo>
                    <a:pt x="7093267" y="98270"/>
                    <a:pt x="7447597" y="11910"/>
                    <a:pt x="7579677" y="1750"/>
                  </a:cubicBezTo>
                  <a:cubicBezTo>
                    <a:pt x="7624127" y="-790"/>
                    <a:pt x="7641907" y="480"/>
                    <a:pt x="7671117" y="5560"/>
                  </a:cubicBezTo>
                  <a:cubicBezTo>
                    <a:pt x="7700327" y="11910"/>
                    <a:pt x="7730807" y="23340"/>
                    <a:pt x="7756207" y="38580"/>
                  </a:cubicBezTo>
                  <a:cubicBezTo>
                    <a:pt x="7781607" y="53820"/>
                    <a:pt x="7807007" y="74140"/>
                    <a:pt x="7826057" y="97000"/>
                  </a:cubicBezTo>
                  <a:cubicBezTo>
                    <a:pt x="7846377" y="119860"/>
                    <a:pt x="7862887" y="146530"/>
                    <a:pt x="7874317" y="174470"/>
                  </a:cubicBezTo>
                  <a:cubicBezTo>
                    <a:pt x="7885747" y="202410"/>
                    <a:pt x="7893367" y="232890"/>
                    <a:pt x="7895907" y="263370"/>
                  </a:cubicBezTo>
                  <a:cubicBezTo>
                    <a:pt x="7897177" y="292580"/>
                    <a:pt x="7894637" y="325600"/>
                    <a:pt x="7887017" y="353540"/>
                  </a:cubicBezTo>
                  <a:cubicBezTo>
                    <a:pt x="7879397" y="382750"/>
                    <a:pt x="7865427" y="411960"/>
                    <a:pt x="7848917" y="437360"/>
                  </a:cubicBezTo>
                  <a:cubicBezTo>
                    <a:pt x="7832407" y="462760"/>
                    <a:pt x="7810817" y="485620"/>
                    <a:pt x="7787957" y="504670"/>
                  </a:cubicBezTo>
                  <a:cubicBezTo>
                    <a:pt x="7763827" y="522450"/>
                    <a:pt x="7735887" y="538960"/>
                    <a:pt x="7707947" y="547850"/>
                  </a:cubicBezTo>
                  <a:cubicBezTo>
                    <a:pt x="7678737" y="558010"/>
                    <a:pt x="7648257" y="564360"/>
                    <a:pt x="7617777" y="564360"/>
                  </a:cubicBezTo>
                  <a:cubicBezTo>
                    <a:pt x="7587297" y="564360"/>
                    <a:pt x="7555547" y="560550"/>
                    <a:pt x="7527607" y="550390"/>
                  </a:cubicBezTo>
                  <a:cubicBezTo>
                    <a:pt x="7498397" y="541500"/>
                    <a:pt x="7470457" y="526260"/>
                    <a:pt x="7446327" y="508480"/>
                  </a:cubicBezTo>
                  <a:cubicBezTo>
                    <a:pt x="7422197" y="490700"/>
                    <a:pt x="7399337" y="467840"/>
                    <a:pt x="7382827" y="443710"/>
                  </a:cubicBezTo>
                  <a:cubicBezTo>
                    <a:pt x="7365047" y="419580"/>
                    <a:pt x="7351077" y="390370"/>
                    <a:pt x="7343457" y="361160"/>
                  </a:cubicBezTo>
                  <a:cubicBezTo>
                    <a:pt x="7334567" y="331950"/>
                    <a:pt x="7330757" y="300200"/>
                    <a:pt x="7332027" y="270990"/>
                  </a:cubicBezTo>
                  <a:cubicBezTo>
                    <a:pt x="7333297" y="240510"/>
                    <a:pt x="7339647" y="208760"/>
                    <a:pt x="7351077" y="180820"/>
                  </a:cubicBezTo>
                  <a:cubicBezTo>
                    <a:pt x="7361237" y="152880"/>
                    <a:pt x="7377747" y="126210"/>
                    <a:pt x="7396797" y="102080"/>
                  </a:cubicBezTo>
                  <a:cubicBezTo>
                    <a:pt x="7415847" y="79220"/>
                    <a:pt x="7439977" y="58900"/>
                    <a:pt x="7465377" y="42390"/>
                  </a:cubicBezTo>
                  <a:cubicBezTo>
                    <a:pt x="7490777" y="27150"/>
                    <a:pt x="7519987" y="14450"/>
                    <a:pt x="7549197" y="8100"/>
                  </a:cubicBezTo>
                  <a:cubicBezTo>
                    <a:pt x="7578407" y="480"/>
                    <a:pt x="7611427" y="-2060"/>
                    <a:pt x="7640637" y="1750"/>
                  </a:cubicBezTo>
                  <a:cubicBezTo>
                    <a:pt x="7671117" y="4290"/>
                    <a:pt x="7701597" y="11910"/>
                    <a:pt x="7729537" y="24610"/>
                  </a:cubicBezTo>
                  <a:cubicBezTo>
                    <a:pt x="7756207" y="37310"/>
                    <a:pt x="7782877" y="55090"/>
                    <a:pt x="7805737" y="75410"/>
                  </a:cubicBezTo>
                  <a:cubicBezTo>
                    <a:pt x="7827327" y="95730"/>
                    <a:pt x="7846377" y="121130"/>
                    <a:pt x="7861617" y="146530"/>
                  </a:cubicBezTo>
                  <a:cubicBezTo>
                    <a:pt x="7875587" y="173200"/>
                    <a:pt x="7887017" y="203680"/>
                    <a:pt x="7892097" y="232890"/>
                  </a:cubicBezTo>
                  <a:cubicBezTo>
                    <a:pt x="7897177" y="262100"/>
                    <a:pt x="7897177" y="295120"/>
                    <a:pt x="7893367" y="324330"/>
                  </a:cubicBezTo>
                  <a:cubicBezTo>
                    <a:pt x="7888287" y="353540"/>
                    <a:pt x="7878127" y="384020"/>
                    <a:pt x="7865427" y="410690"/>
                  </a:cubicBezTo>
                  <a:cubicBezTo>
                    <a:pt x="7851457" y="437360"/>
                    <a:pt x="7832407" y="464030"/>
                    <a:pt x="7810817" y="484350"/>
                  </a:cubicBezTo>
                  <a:cubicBezTo>
                    <a:pt x="7789227" y="505940"/>
                    <a:pt x="7762557" y="523720"/>
                    <a:pt x="7735887" y="536420"/>
                  </a:cubicBezTo>
                  <a:cubicBezTo>
                    <a:pt x="7709217" y="549120"/>
                    <a:pt x="7695247" y="551660"/>
                    <a:pt x="7648257" y="561820"/>
                  </a:cubicBezTo>
                  <a:cubicBezTo>
                    <a:pt x="7457757" y="605000"/>
                    <a:pt x="6650037" y="733270"/>
                    <a:pt x="6197917" y="792960"/>
                  </a:cubicBezTo>
                  <a:cubicBezTo>
                    <a:pt x="5804217" y="846300"/>
                    <a:pt x="5395277" y="893290"/>
                    <a:pt x="5089207" y="912340"/>
                  </a:cubicBezTo>
                  <a:cubicBezTo>
                    <a:pt x="4872037" y="925040"/>
                    <a:pt x="4741227" y="908530"/>
                    <a:pt x="4532947" y="919960"/>
                  </a:cubicBezTo>
                  <a:cubicBezTo>
                    <a:pt x="4266247" y="933930"/>
                    <a:pt x="3897947" y="975840"/>
                    <a:pt x="3619817" y="1005050"/>
                  </a:cubicBezTo>
                  <a:cubicBezTo>
                    <a:pt x="3386137" y="1030450"/>
                    <a:pt x="3222307" y="1059660"/>
                    <a:pt x="2974657" y="1082520"/>
                  </a:cubicBezTo>
                  <a:cubicBezTo>
                    <a:pt x="2643187" y="1111730"/>
                    <a:pt x="2173287" y="1140940"/>
                    <a:pt x="1803717" y="1151100"/>
                  </a:cubicBezTo>
                  <a:cubicBezTo>
                    <a:pt x="1472247" y="1161260"/>
                    <a:pt x="1138237" y="1130780"/>
                    <a:pt x="857567" y="1151100"/>
                  </a:cubicBezTo>
                  <a:cubicBezTo>
                    <a:pt x="630237" y="1168880"/>
                    <a:pt x="366077" y="1253970"/>
                    <a:pt x="241617" y="1245080"/>
                  </a:cubicBezTo>
                  <a:cubicBezTo>
                    <a:pt x="187007" y="1241270"/>
                    <a:pt x="155257" y="1224760"/>
                    <a:pt x="126047" y="1209520"/>
                  </a:cubicBezTo>
                  <a:cubicBezTo>
                    <a:pt x="104457" y="1199360"/>
                    <a:pt x="91757" y="1186660"/>
                    <a:pt x="76517" y="1172690"/>
                  </a:cubicBezTo>
                  <a:cubicBezTo>
                    <a:pt x="62547" y="1157450"/>
                    <a:pt x="49847" y="1144750"/>
                    <a:pt x="38417" y="1124430"/>
                  </a:cubicBezTo>
                  <a:cubicBezTo>
                    <a:pt x="23177" y="1095220"/>
                    <a:pt x="5397" y="1040610"/>
                    <a:pt x="1587" y="1007590"/>
                  </a:cubicBezTo>
                  <a:cubicBezTo>
                    <a:pt x="-953" y="984730"/>
                    <a:pt x="-953" y="969490"/>
                    <a:pt x="5397" y="946630"/>
                  </a:cubicBezTo>
                  <a:cubicBezTo>
                    <a:pt x="13017" y="914880"/>
                    <a:pt x="30797" y="866620"/>
                    <a:pt x="53657" y="834870"/>
                  </a:cubicBezTo>
                  <a:cubicBezTo>
                    <a:pt x="77787" y="804390"/>
                    <a:pt x="120967" y="775180"/>
                    <a:pt x="150177" y="759940"/>
                  </a:cubicBezTo>
                  <a:cubicBezTo>
                    <a:pt x="170497" y="748510"/>
                    <a:pt x="208597" y="740890"/>
                    <a:pt x="208597" y="740890"/>
                  </a:cubicBezTo>
                </a:path>
              </a:pathLst>
            </a:custGeom>
            <a:solidFill>
              <a:srgbClr val="C8DE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406128" y="4709013"/>
            <a:ext cx="11159425" cy="176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5016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Buổi 4: Làm quen với Ren’Py (P2)</a:t>
            </a:r>
          </a:p>
          <a:p>
            <a:pPr algn="ctr">
              <a:lnSpc>
                <a:spcPts val="702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237012" y="3349096"/>
            <a:ext cx="9935568" cy="449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Hiểu và sử dụng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define / default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Biết cách tạo và sử dụng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cơ bản.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Biết dùng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để điều khiển vị trí/kích thước nhân vật.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Biết tạo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function bằng Python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đơn giản trong Ren'Py.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Biết tổ chức game thành các scene/module có thể tái sử dụng.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Kết hợp các kiến thức cũ để tạo một game có: lựa chọn,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điểm số,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ạng thái, nhiều ending.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MỤC TIÊU BUỔI HỌC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981328" y="4891176"/>
            <a:ext cx="5566366" cy="3599754"/>
          </a:xfrm>
          <a:custGeom>
            <a:avLst/>
            <a:gdLst/>
            <a:ahLst/>
            <a:cxnLst/>
            <a:rect r="r" b="b" t="t" l="l"/>
            <a:pathLst>
              <a:path h="3599754" w="5566366">
                <a:moveTo>
                  <a:pt x="0" y="0"/>
                </a:moveTo>
                <a:lnTo>
                  <a:pt x="5566366" y="0"/>
                </a:lnTo>
                <a:lnTo>
                  <a:pt x="5566366" y="3599754"/>
                </a:lnTo>
                <a:lnTo>
                  <a:pt x="0" y="35997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46" y="3250184"/>
            <a:ext cx="10767614" cy="3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Kiểm tra bài tập về nhà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WARM UP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Define và default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24446" y="3250184"/>
            <a:ext cx="11506297" cy="517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Khác biệt giữa define và default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define: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Thường dùng cho những giá trị không thể thay đổi trong quá trình chơi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define =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định nghĩa 1 giá trị/cấu hình cố định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default: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Dùng cho những biến có thể thay đổi trong quá trình chơi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b="true" sz="2600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giá trị ban đầu của một biến trạng thái trong game</a:t>
            </a:r>
          </a:p>
          <a:p>
            <a:pPr algn="l">
              <a:lnSpc>
                <a:spcPts val="270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068548" y="4861902"/>
            <a:ext cx="5982186" cy="3364980"/>
          </a:xfrm>
          <a:custGeom>
            <a:avLst/>
            <a:gdLst/>
            <a:ahLst/>
            <a:cxnLst/>
            <a:rect r="r" b="b" t="t" l="l"/>
            <a:pathLst>
              <a:path h="3364980" w="5982186">
                <a:moveTo>
                  <a:pt x="0" y="0"/>
                </a:moveTo>
                <a:lnTo>
                  <a:pt x="5982186" y="0"/>
                </a:lnTo>
                <a:lnTo>
                  <a:pt x="5982186" y="3364980"/>
                </a:lnTo>
                <a:lnTo>
                  <a:pt x="0" y="33649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46" y="3250184"/>
            <a:ext cx="10767614" cy="723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Trong Ren’Py,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là hệ thống dùng để xây dựng giao diện người dùng (UI).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Ví dụ: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Main Menu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Save / Load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Choice menu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Dialogue UI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HUD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Character status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Quest log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Popup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Tooltip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Custom button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Thanh HP / MP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Menu lựa chọn trong game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409705" y="2981800"/>
            <a:ext cx="6002373" cy="5540652"/>
          </a:xfrm>
          <a:custGeom>
            <a:avLst/>
            <a:gdLst/>
            <a:ahLst/>
            <a:cxnLst/>
            <a:rect r="r" b="b" t="t" l="l"/>
            <a:pathLst>
              <a:path h="5540652" w="6002373">
                <a:moveTo>
                  <a:pt x="0" y="0"/>
                </a:moveTo>
                <a:lnTo>
                  <a:pt x="6002373" y="0"/>
                </a:lnTo>
                <a:lnTo>
                  <a:pt x="6002373" y="5540652"/>
                </a:lnTo>
                <a:lnTo>
                  <a:pt x="0" y="55406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44464" y="4240530"/>
            <a:ext cx="10767614" cy="449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Một screen cơ bản: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Gọi screen: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Ẩn screen: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920154" y="4135755"/>
            <a:ext cx="5612171" cy="4726039"/>
          </a:xfrm>
          <a:custGeom>
            <a:avLst/>
            <a:gdLst/>
            <a:ahLst/>
            <a:cxnLst/>
            <a:rect r="r" b="b" t="t" l="l"/>
            <a:pathLst>
              <a:path h="4726039" w="5612171">
                <a:moveTo>
                  <a:pt x="0" y="0"/>
                </a:moveTo>
                <a:lnTo>
                  <a:pt x="5612171" y="0"/>
                </a:lnTo>
                <a:lnTo>
                  <a:pt x="5612171" y="4726039"/>
                </a:lnTo>
                <a:lnTo>
                  <a:pt x="0" y="47260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31858" y="4353327"/>
            <a:ext cx="10722230" cy="380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Cấu trúc cơ bản của Screen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screen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└── frame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  └── vbox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       ├── text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       ├── text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       └── text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⟶ Screen language có tính phân cấp (nesting)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779371" y="2934795"/>
            <a:ext cx="4188577" cy="3225071"/>
          </a:xfrm>
          <a:custGeom>
            <a:avLst/>
            <a:gdLst/>
            <a:ahLst/>
            <a:cxnLst/>
            <a:rect r="r" b="b" t="t" l="l"/>
            <a:pathLst>
              <a:path h="3225071" w="4188577">
                <a:moveTo>
                  <a:pt x="0" y="0"/>
                </a:moveTo>
                <a:lnTo>
                  <a:pt x="4188577" y="0"/>
                </a:lnTo>
                <a:lnTo>
                  <a:pt x="4188577" y="3225071"/>
                </a:lnTo>
                <a:lnTo>
                  <a:pt x="0" y="32250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79371" y="6596909"/>
            <a:ext cx="4301133" cy="2978658"/>
          </a:xfrm>
          <a:custGeom>
            <a:avLst/>
            <a:gdLst/>
            <a:ahLst/>
            <a:cxnLst/>
            <a:rect r="r" b="b" t="t" l="l"/>
            <a:pathLst>
              <a:path h="2978658" w="4301133">
                <a:moveTo>
                  <a:pt x="0" y="0"/>
                </a:moveTo>
                <a:lnTo>
                  <a:pt x="4301133" y="0"/>
                </a:lnTo>
                <a:lnTo>
                  <a:pt x="4301133" y="2978659"/>
                </a:lnTo>
                <a:lnTo>
                  <a:pt x="0" y="29786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31858" y="4353327"/>
            <a:ext cx="10722230" cy="27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Displayable quan trọng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text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image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add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thường dùng để đưa một displayable vào screen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371185" y="4334277"/>
            <a:ext cx="4737793" cy="4164786"/>
          </a:xfrm>
          <a:custGeom>
            <a:avLst/>
            <a:gdLst/>
            <a:ahLst/>
            <a:cxnLst/>
            <a:rect r="r" b="b" t="t" l="l"/>
            <a:pathLst>
              <a:path h="4164786" w="4737793">
                <a:moveTo>
                  <a:pt x="0" y="0"/>
                </a:moveTo>
                <a:lnTo>
                  <a:pt x="4737794" y="0"/>
                </a:lnTo>
                <a:lnTo>
                  <a:pt x="4737794" y="4164786"/>
                </a:lnTo>
                <a:lnTo>
                  <a:pt x="0" y="41647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31858" y="4353327"/>
            <a:ext cx="10722230" cy="14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Frame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frame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thường dùng làm container có nền.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953341" y="3381205"/>
            <a:ext cx="3778234" cy="4055868"/>
          </a:xfrm>
          <a:custGeom>
            <a:avLst/>
            <a:gdLst/>
            <a:ahLst/>
            <a:cxnLst/>
            <a:rect r="r" b="b" t="t" l="l"/>
            <a:pathLst>
              <a:path h="4055868" w="3778234">
                <a:moveTo>
                  <a:pt x="0" y="0"/>
                </a:moveTo>
                <a:lnTo>
                  <a:pt x="3778234" y="0"/>
                </a:lnTo>
                <a:lnTo>
                  <a:pt x="3778234" y="4055868"/>
                </a:lnTo>
                <a:lnTo>
                  <a:pt x="0" y="4055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74680" y="3400255"/>
            <a:ext cx="10722230" cy="552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vbox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hbox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Đây là hai layout container rất quan trọng.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VBox: Xếp theo chiều dọc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vbox: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text "Item 1"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text "Item 2"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text "Item 3"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HBox: Xếp theo chiều ngang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hbox: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text "HP"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text "100"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851237" y="4135755"/>
            <a:ext cx="4668405" cy="3658666"/>
          </a:xfrm>
          <a:custGeom>
            <a:avLst/>
            <a:gdLst/>
            <a:ahLst/>
            <a:cxnLst/>
            <a:rect r="r" b="b" t="t" l="l"/>
            <a:pathLst>
              <a:path h="3658666" w="4668405">
                <a:moveTo>
                  <a:pt x="0" y="0"/>
                </a:moveTo>
                <a:lnTo>
                  <a:pt x="4668405" y="0"/>
                </a:lnTo>
                <a:lnTo>
                  <a:pt x="4668405" y="3658666"/>
                </a:lnTo>
                <a:lnTo>
                  <a:pt x="0" y="3658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31858" y="4353327"/>
            <a:ext cx="7636094" cy="483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f</a:t>
            </a: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ixed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fixed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là một container cho phép đặt các thành phần chồng lên nhau.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Điều này đặc biệt hữu ích khi xây: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HUD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overlay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game interface.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613331" y="4652809"/>
            <a:ext cx="5253357" cy="4280513"/>
          </a:xfrm>
          <a:custGeom>
            <a:avLst/>
            <a:gdLst/>
            <a:ahLst/>
            <a:cxnLst/>
            <a:rect r="r" b="b" t="t" l="l"/>
            <a:pathLst>
              <a:path h="4280513" w="5253357">
                <a:moveTo>
                  <a:pt x="0" y="0"/>
                </a:moveTo>
                <a:lnTo>
                  <a:pt x="5253357" y="0"/>
                </a:lnTo>
                <a:lnTo>
                  <a:pt x="5253357" y="4280513"/>
                </a:lnTo>
                <a:lnTo>
                  <a:pt x="0" y="42805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2642719"/>
            <a:ext cx="13354522" cy="894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Button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Button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là thành phần cực kỳ quan trọng.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action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xác định chuyện gì xảy ra khi người chơi click.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Một số Action quan trọng: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Start()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Return()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Jump()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Call()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Show()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Hide()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ToggleScreen()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SetVariable()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SetScreenVariable()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SetField()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Function()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Play()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Stop()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Queue()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Confirm()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Quit()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297417" y="3909596"/>
            <a:ext cx="6764094" cy="4612855"/>
          </a:xfrm>
          <a:custGeom>
            <a:avLst/>
            <a:gdLst/>
            <a:ahLst/>
            <a:cxnLst/>
            <a:rect r="r" b="b" t="t" l="l"/>
            <a:pathLst>
              <a:path h="4612855" w="6764094">
                <a:moveTo>
                  <a:pt x="0" y="0"/>
                </a:moveTo>
                <a:lnTo>
                  <a:pt x="6764095" y="0"/>
                </a:lnTo>
                <a:lnTo>
                  <a:pt x="6764095" y="4612856"/>
                </a:lnTo>
                <a:lnTo>
                  <a:pt x="0" y="46128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2642719"/>
            <a:ext cx="13354522" cy="483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Input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Screen có thể nhận dữ liệu từ người dùng.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Đây là nền tảng để xây: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đặt tên nhân vật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search box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text field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nickname.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Screen Language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524446" y="3250184"/>
            <a:ext cx="9148906" cy="517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dùng để xác định hình học / trạng thái hiển thị của một displayable.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Nó có thể điều khiển: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vị trí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kích thước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alpha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anchor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crop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offset</a:t>
            </a:r>
          </a:p>
          <a:p>
            <a:pPr algn="l" marL="561347" indent="-280674" lvl="1">
              <a:lnSpc>
                <a:spcPts val="2704"/>
              </a:lnSpc>
              <a:buFont typeface="Arial"/>
              <a:buChar char="•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animation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713989" y="4041151"/>
            <a:ext cx="5182956" cy="4219906"/>
          </a:xfrm>
          <a:custGeom>
            <a:avLst/>
            <a:gdLst/>
            <a:ahLst/>
            <a:cxnLst/>
            <a:rect r="r" b="b" t="t" l="l"/>
            <a:pathLst>
              <a:path h="4219906" w="5182956">
                <a:moveTo>
                  <a:pt x="0" y="0"/>
                </a:moveTo>
                <a:lnTo>
                  <a:pt x="5182956" y="0"/>
                </a:lnTo>
                <a:lnTo>
                  <a:pt x="5182956" y="4219906"/>
                </a:lnTo>
                <a:lnTo>
                  <a:pt x="0" y="4219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 và ATL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524446" y="3250184"/>
            <a:ext cx="9148906" cy="517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Các thuộc tính cơ bản: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xpos 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ypos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xalign 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yalign 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xanchor 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yanchor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⟶ transform có thể kết hợp nhiều thuộc tính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488761" y="3497580"/>
            <a:ext cx="5003800" cy="3490151"/>
          </a:xfrm>
          <a:custGeom>
            <a:avLst/>
            <a:gdLst/>
            <a:ahLst/>
            <a:cxnLst/>
            <a:rect r="r" b="b" t="t" l="l"/>
            <a:pathLst>
              <a:path h="3490151" w="5003800">
                <a:moveTo>
                  <a:pt x="0" y="0"/>
                </a:moveTo>
                <a:lnTo>
                  <a:pt x="5003800" y="0"/>
                </a:lnTo>
                <a:lnTo>
                  <a:pt x="5003800" y="3490151"/>
                </a:lnTo>
                <a:lnTo>
                  <a:pt x="0" y="34901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 và ATL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098878" y="3429248"/>
            <a:ext cx="5110419" cy="3640298"/>
          </a:xfrm>
          <a:custGeom>
            <a:avLst/>
            <a:gdLst/>
            <a:ahLst/>
            <a:cxnLst/>
            <a:rect r="r" b="b" t="t" l="l"/>
            <a:pathLst>
              <a:path h="3640298" w="5110419">
                <a:moveTo>
                  <a:pt x="0" y="0"/>
                </a:moveTo>
                <a:lnTo>
                  <a:pt x="5110419" y="0"/>
                </a:lnTo>
                <a:lnTo>
                  <a:pt x="5110419" y="3640298"/>
                </a:lnTo>
                <a:lnTo>
                  <a:pt x="0" y="3640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3356080"/>
            <a:ext cx="8105066" cy="380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ATL = Animation and Transformation Language.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Nếu Transform chủ yếu mô tả: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"Đối tượng đang ở trạng thái nào?"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thì ATL cho phép mô tả: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"Đối tượng chuyển từ trạng thái A sang B như thế nào theo thời gian?"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 và ATL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131172" y="3497580"/>
            <a:ext cx="5115658" cy="3822043"/>
          </a:xfrm>
          <a:custGeom>
            <a:avLst/>
            <a:gdLst/>
            <a:ahLst/>
            <a:cxnLst/>
            <a:rect r="r" b="b" t="t" l="l"/>
            <a:pathLst>
              <a:path h="3822043" w="5115658">
                <a:moveTo>
                  <a:pt x="0" y="0"/>
                </a:moveTo>
                <a:lnTo>
                  <a:pt x="5115658" y="0"/>
                </a:lnTo>
                <a:lnTo>
                  <a:pt x="5115658" y="3822043"/>
                </a:lnTo>
                <a:lnTo>
                  <a:pt x="0" y="3822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3356080"/>
            <a:ext cx="8105066" cy="311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ease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linear: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tốc độ đều.</a:t>
            </a: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ease: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chuyển động mềm mại hơn.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 và ATL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480231" y="3086100"/>
            <a:ext cx="5147857" cy="4709023"/>
          </a:xfrm>
          <a:custGeom>
            <a:avLst/>
            <a:gdLst/>
            <a:ahLst/>
            <a:cxnLst/>
            <a:rect r="r" b="b" t="t" l="l"/>
            <a:pathLst>
              <a:path h="4709023" w="5147857">
                <a:moveTo>
                  <a:pt x="0" y="0"/>
                </a:moveTo>
                <a:lnTo>
                  <a:pt x="5147857" y="0"/>
                </a:lnTo>
                <a:lnTo>
                  <a:pt x="5147857" y="4709023"/>
                </a:lnTo>
                <a:lnTo>
                  <a:pt x="0" y="47090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3356080"/>
            <a:ext cx="8105066" cy="380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pause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Ý nghĩa: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Đứng giữa.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Chờ 2 giây.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Chuyển sang bên phải.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 và ATL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261819" y="3648211"/>
            <a:ext cx="5746642" cy="4008283"/>
          </a:xfrm>
          <a:custGeom>
            <a:avLst/>
            <a:gdLst/>
            <a:ahLst/>
            <a:cxnLst/>
            <a:rect r="r" b="b" t="t" l="l"/>
            <a:pathLst>
              <a:path h="4008283" w="5746642">
                <a:moveTo>
                  <a:pt x="0" y="0"/>
                </a:moveTo>
                <a:lnTo>
                  <a:pt x="5746642" y="0"/>
                </a:lnTo>
                <a:lnTo>
                  <a:pt x="5746642" y="4008282"/>
                </a:lnTo>
                <a:lnTo>
                  <a:pt x="0" y="40082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21294" y="3356080"/>
            <a:ext cx="8105066" cy="10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block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block 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giúp nhóm một chuỗi ATL.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Transform và ATL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524446" y="3250184"/>
            <a:ext cx="10767614" cy="723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Slide basic python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Có thể định nghĩa function bằng Python: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init python: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def heal(player_hp):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    return min(player_hp + 20, 100)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Python block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python: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hp -= 10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    gold += 50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thay vì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$ hp -= 10</a:t>
            </a:r>
          </a:p>
          <a:p>
            <a:pPr algn="l">
              <a:lnSpc>
                <a:spcPts val="2704"/>
              </a:lnSpc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$ gold += 50</a:t>
            </a:r>
          </a:p>
          <a:p>
            <a:pPr algn="l">
              <a:lnSpc>
                <a:spcPts val="2704"/>
              </a:lnSpc>
            </a:pP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Python trong Ren’Py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524446" y="3250184"/>
            <a:ext cx="10767614" cy="483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Khi người chơi bấm ATTACK: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Python tính damage.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HP enemy giảm.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Enemy rung bằng ATL.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Nếu HP ≤ 0 → hiện "Enemy defeated!".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Nút Attack có animation k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hi ho</a:t>
            </a: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ver.</a:t>
            </a:r>
          </a:p>
          <a:p>
            <a:pPr algn="l">
              <a:lnSpc>
                <a:spcPts val="2704"/>
              </a:lnSpc>
            </a:pPr>
          </a:p>
          <a:p>
            <a:pPr algn="l" marL="561347" indent="-280674" lvl="1">
              <a:lnSpc>
                <a:spcPts val="2704"/>
              </a:lnSpc>
              <a:buAutoNum type="arabicPeriod" startAt="1"/>
            </a:pPr>
            <a:r>
              <a:rPr lang="en-US" sz="2600">
                <a:solidFill>
                  <a:srgbClr val="202F5A"/>
                </a:solidFill>
                <a:latin typeface="Arial"/>
                <a:ea typeface="Arial"/>
                <a:cs typeface="Arial"/>
                <a:sym typeface="Arial"/>
              </a:rPr>
              <a:t>Screen tự cập nhật HP.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20970" y="3852524"/>
            <a:ext cx="5325034" cy="3446201"/>
          </a:xfrm>
          <a:custGeom>
            <a:avLst/>
            <a:gdLst/>
            <a:ahLst/>
            <a:cxnLst/>
            <a:rect r="r" b="b" t="t" l="l"/>
            <a:pathLst>
              <a:path h="3446201" w="5325034">
                <a:moveTo>
                  <a:pt x="0" y="0"/>
                </a:moveTo>
                <a:lnTo>
                  <a:pt x="5325033" y="0"/>
                </a:lnTo>
                <a:lnTo>
                  <a:pt x="5325033" y="3446201"/>
                </a:lnTo>
                <a:lnTo>
                  <a:pt x="0" y="34462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Python trong Ren’Py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03618">
            <a:off x="4125244" y="-2071299"/>
            <a:ext cx="10038324" cy="15293846"/>
          </a:xfrm>
          <a:custGeom>
            <a:avLst/>
            <a:gdLst/>
            <a:ahLst/>
            <a:cxnLst/>
            <a:rect r="r" b="b" t="t" l="l"/>
            <a:pathLst>
              <a:path h="15293846" w="10038324">
                <a:moveTo>
                  <a:pt x="0" y="0"/>
                </a:moveTo>
                <a:lnTo>
                  <a:pt x="10038324" y="0"/>
                </a:lnTo>
                <a:lnTo>
                  <a:pt x="10038324" y="15293846"/>
                </a:lnTo>
                <a:lnTo>
                  <a:pt x="0" y="15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529957" cy="2057400"/>
          </a:xfrm>
          <a:custGeom>
            <a:avLst/>
            <a:gdLst/>
            <a:ahLst/>
            <a:cxnLst/>
            <a:rect r="r" b="b" t="t" l="l"/>
            <a:pathLst>
              <a:path h="2057400" w="1529957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0856">
            <a:off x="14701639" y="8805447"/>
            <a:ext cx="3582645" cy="1198558"/>
          </a:xfrm>
          <a:custGeom>
            <a:avLst/>
            <a:gdLst/>
            <a:ahLst/>
            <a:cxnLst/>
            <a:rect r="r" b="b" t="t" l="l"/>
            <a:pathLst>
              <a:path h="1198558" w="3582645">
                <a:moveTo>
                  <a:pt x="0" y="0"/>
                </a:moveTo>
                <a:lnTo>
                  <a:pt x="3582644" y="0"/>
                </a:lnTo>
                <a:lnTo>
                  <a:pt x="3582644" y="1198558"/>
                </a:lnTo>
                <a:lnTo>
                  <a:pt x="0" y="1198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02455" y="1624012"/>
            <a:ext cx="9251632" cy="1158240"/>
            <a:chOff x="0" y="0"/>
            <a:chExt cx="12335510" cy="1544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037" y="37622"/>
              <a:ext cx="12238264" cy="1469243"/>
            </a:xfrm>
            <a:custGeom>
              <a:avLst/>
              <a:gdLst/>
              <a:ahLst/>
              <a:cxnLst/>
              <a:rect r="r" b="b" t="t" l="l"/>
              <a:pathLst>
                <a:path h="1469243" w="12238264">
                  <a:moveTo>
                    <a:pt x="635953" y="98268"/>
                  </a:moveTo>
                  <a:cubicBezTo>
                    <a:pt x="2116773" y="141448"/>
                    <a:pt x="2196783" y="137638"/>
                    <a:pt x="2514283" y="133828"/>
                  </a:cubicBezTo>
                  <a:cubicBezTo>
                    <a:pt x="3398203" y="122398"/>
                    <a:pt x="5952173" y="71598"/>
                    <a:pt x="7526973" y="51278"/>
                  </a:cubicBezTo>
                  <a:cubicBezTo>
                    <a:pt x="8932863" y="33498"/>
                    <a:pt x="11002963" y="-26192"/>
                    <a:pt x="11517313" y="13178"/>
                  </a:cubicBezTo>
                  <a:cubicBezTo>
                    <a:pt x="11641774" y="23338"/>
                    <a:pt x="11674793" y="27148"/>
                    <a:pt x="11747183" y="51278"/>
                  </a:cubicBezTo>
                  <a:cubicBezTo>
                    <a:pt x="11820843" y="75408"/>
                    <a:pt x="11893233" y="114778"/>
                    <a:pt x="11954193" y="160498"/>
                  </a:cubicBezTo>
                  <a:cubicBezTo>
                    <a:pt x="12015153" y="207488"/>
                    <a:pt x="12071033" y="267178"/>
                    <a:pt x="12114213" y="330678"/>
                  </a:cubicBezTo>
                  <a:cubicBezTo>
                    <a:pt x="12157393" y="394178"/>
                    <a:pt x="12191683" y="467838"/>
                    <a:pt x="12212003" y="541498"/>
                  </a:cubicBezTo>
                  <a:cubicBezTo>
                    <a:pt x="12232324" y="616428"/>
                    <a:pt x="12241213" y="697708"/>
                    <a:pt x="12237403" y="773908"/>
                  </a:cubicBezTo>
                  <a:cubicBezTo>
                    <a:pt x="12233593" y="850108"/>
                    <a:pt x="12215813" y="930118"/>
                    <a:pt x="12186603" y="1001238"/>
                  </a:cubicBezTo>
                  <a:cubicBezTo>
                    <a:pt x="12158663" y="1073628"/>
                    <a:pt x="12116753" y="1143478"/>
                    <a:pt x="12067224" y="1201898"/>
                  </a:cubicBezTo>
                  <a:cubicBezTo>
                    <a:pt x="12017693" y="1260318"/>
                    <a:pt x="11954193" y="1313658"/>
                    <a:pt x="11889424" y="1353028"/>
                  </a:cubicBezTo>
                  <a:cubicBezTo>
                    <a:pt x="11823383" y="1392398"/>
                    <a:pt x="11747183" y="1422878"/>
                    <a:pt x="11672253" y="1439388"/>
                  </a:cubicBezTo>
                  <a:cubicBezTo>
                    <a:pt x="11597324" y="1455898"/>
                    <a:pt x="11516043" y="1459708"/>
                    <a:pt x="11439843" y="1452088"/>
                  </a:cubicBezTo>
                  <a:cubicBezTo>
                    <a:pt x="11362374" y="1443198"/>
                    <a:pt x="11283633" y="1421608"/>
                    <a:pt x="11213783" y="1389858"/>
                  </a:cubicBezTo>
                  <a:cubicBezTo>
                    <a:pt x="11145203" y="1356838"/>
                    <a:pt x="11076624" y="1311118"/>
                    <a:pt x="11020743" y="1257778"/>
                  </a:cubicBezTo>
                  <a:cubicBezTo>
                    <a:pt x="10966133" y="1205708"/>
                    <a:pt x="10916603" y="1140938"/>
                    <a:pt x="10879774" y="1072358"/>
                  </a:cubicBezTo>
                  <a:cubicBezTo>
                    <a:pt x="10844213" y="1005048"/>
                    <a:pt x="10817543" y="927578"/>
                    <a:pt x="10806113" y="851378"/>
                  </a:cubicBezTo>
                  <a:cubicBezTo>
                    <a:pt x="10793413" y="775178"/>
                    <a:pt x="10793413" y="693898"/>
                    <a:pt x="10806113" y="617698"/>
                  </a:cubicBezTo>
                  <a:cubicBezTo>
                    <a:pt x="10817543" y="542768"/>
                    <a:pt x="10844213" y="465298"/>
                    <a:pt x="10879774" y="396718"/>
                  </a:cubicBezTo>
                  <a:cubicBezTo>
                    <a:pt x="10916603" y="329408"/>
                    <a:pt x="10966133" y="264638"/>
                    <a:pt x="11022013" y="211298"/>
                  </a:cubicBezTo>
                  <a:cubicBezTo>
                    <a:pt x="11076624" y="157958"/>
                    <a:pt x="11145203" y="112238"/>
                    <a:pt x="11215053" y="80488"/>
                  </a:cubicBezTo>
                  <a:cubicBezTo>
                    <a:pt x="11283633" y="47468"/>
                    <a:pt x="11363643" y="25878"/>
                    <a:pt x="11439843" y="18258"/>
                  </a:cubicBezTo>
                  <a:cubicBezTo>
                    <a:pt x="11516043" y="9368"/>
                    <a:pt x="11597324" y="14448"/>
                    <a:pt x="11672253" y="30958"/>
                  </a:cubicBezTo>
                  <a:cubicBezTo>
                    <a:pt x="11747183" y="47468"/>
                    <a:pt x="11823383" y="77948"/>
                    <a:pt x="11889424" y="117318"/>
                  </a:cubicBezTo>
                  <a:cubicBezTo>
                    <a:pt x="11955463" y="156688"/>
                    <a:pt x="12017693" y="210028"/>
                    <a:pt x="12067224" y="268448"/>
                  </a:cubicBezTo>
                  <a:cubicBezTo>
                    <a:pt x="12116753" y="326868"/>
                    <a:pt x="12158663" y="396718"/>
                    <a:pt x="12187874" y="467838"/>
                  </a:cubicBezTo>
                  <a:cubicBezTo>
                    <a:pt x="12215813" y="538958"/>
                    <a:pt x="12233593" y="618968"/>
                    <a:pt x="12237403" y="696438"/>
                  </a:cubicBezTo>
                  <a:cubicBezTo>
                    <a:pt x="12241213" y="772638"/>
                    <a:pt x="12232324" y="853918"/>
                    <a:pt x="12212003" y="927578"/>
                  </a:cubicBezTo>
                  <a:cubicBezTo>
                    <a:pt x="12191683" y="1002508"/>
                    <a:pt x="12157393" y="1076168"/>
                    <a:pt x="12114213" y="1139668"/>
                  </a:cubicBezTo>
                  <a:cubicBezTo>
                    <a:pt x="12071033" y="1203168"/>
                    <a:pt x="12015153" y="1262858"/>
                    <a:pt x="11952924" y="1308578"/>
                  </a:cubicBezTo>
                  <a:cubicBezTo>
                    <a:pt x="11891963" y="1355568"/>
                    <a:pt x="11819574" y="1393668"/>
                    <a:pt x="11747183" y="1417798"/>
                  </a:cubicBezTo>
                  <a:cubicBezTo>
                    <a:pt x="11674793" y="1443198"/>
                    <a:pt x="11641774" y="1447008"/>
                    <a:pt x="11517313" y="1455898"/>
                  </a:cubicBezTo>
                  <a:cubicBezTo>
                    <a:pt x="11002963" y="1495268"/>
                    <a:pt x="8932863" y="1436848"/>
                    <a:pt x="7526973" y="1417798"/>
                  </a:cubicBezTo>
                  <a:cubicBezTo>
                    <a:pt x="5952173" y="1397478"/>
                    <a:pt x="3398203" y="1346678"/>
                    <a:pt x="2514283" y="1336518"/>
                  </a:cubicBezTo>
                  <a:cubicBezTo>
                    <a:pt x="2196783" y="1332708"/>
                    <a:pt x="2116773" y="1328898"/>
                    <a:pt x="1866583" y="1331438"/>
                  </a:cubicBezTo>
                  <a:cubicBezTo>
                    <a:pt x="1522413" y="1335248"/>
                    <a:pt x="849313" y="1380968"/>
                    <a:pt x="635953" y="1372078"/>
                  </a:cubicBezTo>
                  <a:cubicBezTo>
                    <a:pt x="561023" y="1368268"/>
                    <a:pt x="533083" y="1365728"/>
                    <a:pt x="483553" y="1353028"/>
                  </a:cubicBezTo>
                  <a:cubicBezTo>
                    <a:pt x="435293" y="1340328"/>
                    <a:pt x="385763" y="1322548"/>
                    <a:pt x="340043" y="1298418"/>
                  </a:cubicBezTo>
                  <a:cubicBezTo>
                    <a:pt x="295593" y="1275558"/>
                    <a:pt x="252413" y="1245078"/>
                    <a:pt x="214313" y="1210788"/>
                  </a:cubicBezTo>
                  <a:cubicBezTo>
                    <a:pt x="176213" y="1177768"/>
                    <a:pt x="140653" y="1138398"/>
                    <a:pt x="112713" y="1096488"/>
                  </a:cubicBezTo>
                  <a:cubicBezTo>
                    <a:pt x="83503" y="1054578"/>
                    <a:pt x="59373" y="1007588"/>
                    <a:pt x="41593" y="960598"/>
                  </a:cubicBezTo>
                  <a:cubicBezTo>
                    <a:pt x="22543" y="913608"/>
                    <a:pt x="9843" y="861538"/>
                    <a:pt x="4763" y="812008"/>
                  </a:cubicBezTo>
                  <a:cubicBezTo>
                    <a:pt x="-1587" y="761208"/>
                    <a:pt x="-1587" y="709138"/>
                    <a:pt x="4763" y="658338"/>
                  </a:cubicBezTo>
                  <a:cubicBezTo>
                    <a:pt x="9843" y="607538"/>
                    <a:pt x="22543" y="556738"/>
                    <a:pt x="41593" y="508478"/>
                  </a:cubicBezTo>
                  <a:cubicBezTo>
                    <a:pt x="59373" y="461488"/>
                    <a:pt x="83503" y="414498"/>
                    <a:pt x="112713" y="372588"/>
                  </a:cubicBezTo>
                  <a:cubicBezTo>
                    <a:pt x="140653" y="331948"/>
                    <a:pt x="176213" y="292578"/>
                    <a:pt x="214313" y="258288"/>
                  </a:cubicBezTo>
                  <a:cubicBezTo>
                    <a:pt x="252413" y="223998"/>
                    <a:pt x="295593" y="194788"/>
                    <a:pt x="340043" y="170658"/>
                  </a:cubicBezTo>
                  <a:cubicBezTo>
                    <a:pt x="385763" y="147798"/>
                    <a:pt x="435293" y="128748"/>
                    <a:pt x="483553" y="117318"/>
                  </a:cubicBezTo>
                  <a:cubicBezTo>
                    <a:pt x="533083" y="104618"/>
                    <a:pt x="635953" y="98268"/>
                    <a:pt x="635953" y="98268"/>
                  </a:cubicBezTo>
                </a:path>
              </a:pathLst>
            </a:custGeom>
            <a:solidFill>
              <a:srgbClr val="E4EF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802927" y="3497580"/>
            <a:ext cx="2767965" cy="723900"/>
            <a:chOff x="0" y="0"/>
            <a:chExt cx="3690620" cy="96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08979" y="4135755"/>
            <a:ext cx="2767965" cy="723900"/>
            <a:chOff x="0" y="0"/>
            <a:chExt cx="369062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066" y="47162"/>
              <a:ext cx="3592077" cy="869035"/>
            </a:xfrm>
            <a:custGeom>
              <a:avLst/>
              <a:gdLst/>
              <a:ahLst/>
              <a:cxnLst/>
              <a:rect r="r" b="b" t="t" l="l"/>
              <a:pathLst>
                <a:path h="869035" w="3592077">
                  <a:moveTo>
                    <a:pt x="48454" y="623398"/>
                  </a:moveTo>
                  <a:cubicBezTo>
                    <a:pt x="256734" y="472268"/>
                    <a:pt x="407864" y="303358"/>
                    <a:pt x="499304" y="255098"/>
                  </a:cubicBezTo>
                  <a:cubicBezTo>
                    <a:pt x="553914" y="225888"/>
                    <a:pt x="595824" y="209378"/>
                    <a:pt x="644084" y="213188"/>
                  </a:cubicBezTo>
                  <a:cubicBezTo>
                    <a:pt x="698694" y="218268"/>
                    <a:pt x="745684" y="255098"/>
                    <a:pt x="807914" y="294468"/>
                  </a:cubicBezTo>
                  <a:cubicBezTo>
                    <a:pt x="912054" y="360508"/>
                    <a:pt x="1089854" y="563708"/>
                    <a:pt x="1186374" y="596728"/>
                  </a:cubicBezTo>
                  <a:cubicBezTo>
                    <a:pt x="1235904" y="613238"/>
                    <a:pt x="1266384" y="614508"/>
                    <a:pt x="1313374" y="592918"/>
                  </a:cubicBezTo>
                  <a:cubicBezTo>
                    <a:pt x="1408624" y="551008"/>
                    <a:pt x="1566104" y="276688"/>
                    <a:pt x="1658814" y="215728"/>
                  </a:cubicBezTo>
                  <a:cubicBezTo>
                    <a:pt x="1707074" y="185248"/>
                    <a:pt x="1738824" y="173818"/>
                    <a:pt x="1785814" y="173818"/>
                  </a:cubicBezTo>
                  <a:cubicBezTo>
                    <a:pt x="1844234" y="173818"/>
                    <a:pt x="1917894" y="206838"/>
                    <a:pt x="1983934" y="243668"/>
                  </a:cubicBezTo>
                  <a:cubicBezTo>
                    <a:pt x="2065214" y="289388"/>
                    <a:pt x="2150304" y="429088"/>
                    <a:pt x="2226504" y="437978"/>
                  </a:cubicBezTo>
                  <a:cubicBezTo>
                    <a:pt x="2288734" y="445598"/>
                    <a:pt x="2342074" y="396068"/>
                    <a:pt x="2403034" y="356698"/>
                  </a:cubicBezTo>
                  <a:cubicBezTo>
                    <a:pt x="2481774" y="305898"/>
                    <a:pt x="2569404" y="201758"/>
                    <a:pt x="2650684" y="140798"/>
                  </a:cubicBezTo>
                  <a:cubicBezTo>
                    <a:pt x="2721804" y="86188"/>
                    <a:pt x="2787844" y="18878"/>
                    <a:pt x="2858964" y="3638"/>
                  </a:cubicBezTo>
                  <a:cubicBezTo>
                    <a:pt x="2922464" y="-9062"/>
                    <a:pt x="3001204" y="13798"/>
                    <a:pt x="3053274" y="36658"/>
                  </a:cubicBezTo>
                  <a:cubicBezTo>
                    <a:pt x="3095184" y="55708"/>
                    <a:pt x="3111694" y="79838"/>
                    <a:pt x="3154874" y="119208"/>
                  </a:cubicBezTo>
                  <a:cubicBezTo>
                    <a:pt x="3237424" y="195408"/>
                    <a:pt x="3434274" y="424008"/>
                    <a:pt x="3505394" y="482428"/>
                  </a:cubicBezTo>
                  <a:cubicBezTo>
                    <a:pt x="3532064" y="505288"/>
                    <a:pt x="3552384" y="505288"/>
                    <a:pt x="3566354" y="523068"/>
                  </a:cubicBezTo>
                  <a:cubicBezTo>
                    <a:pt x="3581594" y="542118"/>
                    <a:pt x="3590484" y="575138"/>
                    <a:pt x="3591754" y="596728"/>
                  </a:cubicBezTo>
                  <a:cubicBezTo>
                    <a:pt x="3593024" y="610698"/>
                    <a:pt x="3590484" y="620858"/>
                    <a:pt x="3585404" y="634828"/>
                  </a:cubicBezTo>
                  <a:cubicBezTo>
                    <a:pt x="3576514" y="653878"/>
                    <a:pt x="3554924" y="683088"/>
                    <a:pt x="3538414" y="695788"/>
                  </a:cubicBezTo>
                  <a:cubicBezTo>
                    <a:pt x="3526984" y="704678"/>
                    <a:pt x="3518094" y="709758"/>
                    <a:pt x="3504124" y="712298"/>
                  </a:cubicBezTo>
                  <a:cubicBezTo>
                    <a:pt x="3483804" y="716108"/>
                    <a:pt x="3449514" y="717378"/>
                    <a:pt x="3426654" y="708488"/>
                  </a:cubicBezTo>
                  <a:cubicBezTo>
                    <a:pt x="3403794" y="699598"/>
                    <a:pt x="3379664" y="675468"/>
                    <a:pt x="3368234" y="658958"/>
                  </a:cubicBezTo>
                  <a:cubicBezTo>
                    <a:pt x="3359344" y="646258"/>
                    <a:pt x="3355534" y="637368"/>
                    <a:pt x="3354264" y="622128"/>
                  </a:cubicBezTo>
                  <a:cubicBezTo>
                    <a:pt x="3350454" y="601808"/>
                    <a:pt x="3354264" y="564978"/>
                    <a:pt x="3361884" y="545928"/>
                  </a:cubicBezTo>
                  <a:cubicBezTo>
                    <a:pt x="3366964" y="531958"/>
                    <a:pt x="3373314" y="523068"/>
                    <a:pt x="3383474" y="514178"/>
                  </a:cubicBezTo>
                  <a:cubicBezTo>
                    <a:pt x="3398714" y="500208"/>
                    <a:pt x="3427924" y="481158"/>
                    <a:pt x="3452054" y="477348"/>
                  </a:cubicBezTo>
                  <a:cubicBezTo>
                    <a:pt x="3476184" y="473538"/>
                    <a:pt x="3507934" y="481158"/>
                    <a:pt x="3526984" y="490048"/>
                  </a:cubicBezTo>
                  <a:cubicBezTo>
                    <a:pt x="3540954" y="495128"/>
                    <a:pt x="3549844" y="501478"/>
                    <a:pt x="3558734" y="512908"/>
                  </a:cubicBezTo>
                  <a:cubicBezTo>
                    <a:pt x="3571434" y="529418"/>
                    <a:pt x="3587944" y="558628"/>
                    <a:pt x="3590484" y="582758"/>
                  </a:cubicBezTo>
                  <a:cubicBezTo>
                    <a:pt x="3593024" y="606888"/>
                    <a:pt x="3586674" y="637368"/>
                    <a:pt x="3573974" y="657688"/>
                  </a:cubicBezTo>
                  <a:cubicBezTo>
                    <a:pt x="3561274" y="679278"/>
                    <a:pt x="3538414" y="699598"/>
                    <a:pt x="3515554" y="708488"/>
                  </a:cubicBezTo>
                  <a:cubicBezTo>
                    <a:pt x="3492694" y="717378"/>
                    <a:pt x="3459674" y="716108"/>
                    <a:pt x="3439354" y="712298"/>
                  </a:cubicBezTo>
                  <a:cubicBezTo>
                    <a:pt x="3424114" y="709758"/>
                    <a:pt x="3420304" y="707218"/>
                    <a:pt x="3403794" y="695788"/>
                  </a:cubicBezTo>
                  <a:cubicBezTo>
                    <a:pt x="3345374" y="656418"/>
                    <a:pt x="3149794" y="448138"/>
                    <a:pt x="3054544" y="370668"/>
                  </a:cubicBezTo>
                  <a:cubicBezTo>
                    <a:pt x="2993584" y="321138"/>
                    <a:pt x="2946594" y="260178"/>
                    <a:pt x="2899604" y="258908"/>
                  </a:cubicBezTo>
                  <a:cubicBezTo>
                    <a:pt x="2858964" y="258908"/>
                    <a:pt x="2833564" y="297008"/>
                    <a:pt x="2789114" y="331298"/>
                  </a:cubicBezTo>
                  <a:cubicBezTo>
                    <a:pt x="2704024" y="396068"/>
                    <a:pt x="2545274" y="566248"/>
                    <a:pt x="2444944" y="633558"/>
                  </a:cubicBezTo>
                  <a:cubicBezTo>
                    <a:pt x="2378904" y="679278"/>
                    <a:pt x="2323024" y="722458"/>
                    <a:pt x="2264604" y="723728"/>
                  </a:cubicBezTo>
                  <a:cubicBezTo>
                    <a:pt x="2211264" y="726268"/>
                    <a:pt x="2166814" y="695788"/>
                    <a:pt x="2108394" y="660228"/>
                  </a:cubicBezTo>
                  <a:cubicBezTo>
                    <a:pt x="2019494" y="606888"/>
                    <a:pt x="1889954" y="393528"/>
                    <a:pt x="1798514" y="402418"/>
                  </a:cubicBezTo>
                  <a:cubicBezTo>
                    <a:pt x="1713424" y="410038"/>
                    <a:pt x="1638494" y="601808"/>
                    <a:pt x="1574994" y="670388"/>
                  </a:cubicBezTo>
                  <a:cubicBezTo>
                    <a:pt x="1531814" y="717378"/>
                    <a:pt x="1506414" y="751668"/>
                    <a:pt x="1460694" y="783418"/>
                  </a:cubicBezTo>
                  <a:cubicBezTo>
                    <a:pt x="1409894" y="818978"/>
                    <a:pt x="1338774" y="858348"/>
                    <a:pt x="1281624" y="865968"/>
                  </a:cubicBezTo>
                  <a:cubicBezTo>
                    <a:pt x="1233364" y="873588"/>
                    <a:pt x="1195264" y="867238"/>
                    <a:pt x="1141924" y="844378"/>
                  </a:cubicBezTo>
                  <a:cubicBezTo>
                    <a:pt x="1046674" y="803738"/>
                    <a:pt x="890464" y="633558"/>
                    <a:pt x="787594" y="570058"/>
                  </a:cubicBezTo>
                  <a:cubicBezTo>
                    <a:pt x="717744" y="526878"/>
                    <a:pt x="665674" y="469728"/>
                    <a:pt x="598364" y="478618"/>
                  </a:cubicBezTo>
                  <a:cubicBezTo>
                    <a:pt x="508194" y="490048"/>
                    <a:pt x="387544" y="660228"/>
                    <a:pt x="306264" y="723728"/>
                  </a:cubicBezTo>
                  <a:cubicBezTo>
                    <a:pt x="249114" y="766908"/>
                    <a:pt x="203394" y="812628"/>
                    <a:pt x="158944" y="826598"/>
                  </a:cubicBezTo>
                  <a:cubicBezTo>
                    <a:pt x="129734" y="836758"/>
                    <a:pt x="100524" y="836758"/>
                    <a:pt x="76394" y="827868"/>
                  </a:cubicBezTo>
                  <a:cubicBezTo>
                    <a:pt x="52264" y="818978"/>
                    <a:pt x="26864" y="796118"/>
                    <a:pt x="14164" y="774528"/>
                  </a:cubicBezTo>
                  <a:cubicBezTo>
                    <a:pt x="1464" y="751668"/>
                    <a:pt x="-3616" y="717378"/>
                    <a:pt x="2734" y="691978"/>
                  </a:cubicBezTo>
                  <a:cubicBezTo>
                    <a:pt x="7814" y="666578"/>
                    <a:pt x="48454" y="623398"/>
                    <a:pt x="48454" y="623398"/>
                  </a:cubicBezTo>
                </a:path>
              </a:pathLst>
            </a:custGeom>
            <a:solidFill>
              <a:srgbClr val="5186C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460184" y="2970625"/>
            <a:ext cx="10767614" cy="3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26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BTVN: Thực hành các kiến thức đã học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1294" y="1657667"/>
            <a:ext cx="12045395" cy="11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202F5A"/>
                </a:solidFill>
                <a:latin typeface="Arial Bold"/>
                <a:ea typeface="Arial Bold"/>
                <a:cs typeface="Arial Bold"/>
                <a:sym typeface="Arial Bold"/>
              </a:rPr>
              <a:t>Tổng kết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DAHTih0WKYI</dc:identifier>
  <dcterms:modified xsi:type="dcterms:W3CDTF">2011-08-01T06:04:30Z</dcterms:modified>
  <cp:revision>1</cp:revision>
  <dc:title>Buổi 4 - Bắc Hà</dc:title>
</cp:coreProperties>
</file>